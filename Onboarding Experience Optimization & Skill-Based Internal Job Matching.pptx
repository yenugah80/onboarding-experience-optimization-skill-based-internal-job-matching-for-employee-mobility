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53" autoAdjust="0"/>
    <p:restoredTop sz="94660"/>
  </p:normalViewPr>
  <p:slideViewPr>
    <p:cSldViewPr snapToGrid="0">
      <p:cViewPr varScale="1">
        <p:scale>
          <a:sx n="105" d="100"/>
          <a:sy n="105" d="100"/>
        </p:scale>
        <p:origin x="75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2C0E6CD-AFCD-4903-AFA4-17154B2964E2}" type="doc">
      <dgm:prSet loTypeId="urn:microsoft.com/office/officeart/2005/8/layout/vProcess5" loCatId="process" qsTypeId="urn:microsoft.com/office/officeart/2005/8/quickstyle/simple3" qsCatId="simple" csTypeId="urn:microsoft.com/office/officeart/2005/8/colors/colorful2" csCatId="colorful"/>
      <dgm:spPr/>
      <dgm:t>
        <a:bodyPr/>
        <a:lstStyle/>
        <a:p>
          <a:endParaRPr lang="en-US"/>
        </a:p>
      </dgm:t>
    </dgm:pt>
    <dgm:pt modelId="{ADC8DAFA-9944-4ED1-B224-6074619583CE}">
      <dgm:prSet custT="1"/>
      <dgm:spPr/>
      <dgm:t>
        <a:bodyPr/>
        <a:lstStyle/>
        <a:p>
          <a:r>
            <a:rPr lang="en-US" sz="3200" b="1" i="1">
              <a:latin typeface="Abadi" panose="020B0604020104020204" pitchFamily="34" charset="0"/>
            </a:rPr>
            <a:t>Model Selection</a:t>
          </a:r>
          <a:endParaRPr lang="en-US" sz="3200" i="1">
            <a:latin typeface="Abadi" panose="020B0604020104020204" pitchFamily="34" charset="0"/>
          </a:endParaRPr>
        </a:p>
      </dgm:t>
    </dgm:pt>
    <dgm:pt modelId="{B32C9D97-4CCF-44D1-8506-0096BE87058C}" type="parTrans" cxnId="{488C8037-AA06-46C1-821A-407B9478AFE8}">
      <dgm:prSet/>
      <dgm:spPr/>
      <dgm:t>
        <a:bodyPr/>
        <a:lstStyle/>
        <a:p>
          <a:endParaRPr lang="en-US"/>
        </a:p>
      </dgm:t>
    </dgm:pt>
    <dgm:pt modelId="{76DF4E9A-7B60-41FE-B4E4-9620E787F347}" type="sibTrans" cxnId="{488C8037-AA06-46C1-821A-407B9478AFE8}">
      <dgm:prSet custT="1"/>
      <dgm:spPr/>
      <dgm:t>
        <a:bodyPr/>
        <a:lstStyle/>
        <a:p>
          <a:endParaRPr lang="en-US" sz="3200" i="1">
            <a:latin typeface="Abadi" panose="020B0604020104020204" pitchFamily="34" charset="0"/>
          </a:endParaRPr>
        </a:p>
      </dgm:t>
    </dgm:pt>
    <dgm:pt modelId="{F76777D7-5907-40FC-A0C0-C241DFF4140E}">
      <dgm:prSet custT="1"/>
      <dgm:spPr/>
      <dgm:t>
        <a:bodyPr/>
        <a:lstStyle/>
        <a:p>
          <a:r>
            <a:rPr lang="en-US" sz="3200" b="1" i="1">
              <a:latin typeface="Abadi" panose="020B0604020104020204" pitchFamily="34" charset="0"/>
            </a:rPr>
            <a:t>Model Training</a:t>
          </a:r>
          <a:endParaRPr lang="en-US" sz="3200" i="1">
            <a:latin typeface="Abadi" panose="020B0604020104020204" pitchFamily="34" charset="0"/>
          </a:endParaRPr>
        </a:p>
      </dgm:t>
    </dgm:pt>
    <dgm:pt modelId="{1EF6E610-4F95-44C1-ADEC-6EADC4007625}" type="parTrans" cxnId="{2CFEA17D-B520-462C-A66B-0192C13733AF}">
      <dgm:prSet/>
      <dgm:spPr/>
      <dgm:t>
        <a:bodyPr/>
        <a:lstStyle/>
        <a:p>
          <a:endParaRPr lang="en-US"/>
        </a:p>
      </dgm:t>
    </dgm:pt>
    <dgm:pt modelId="{7D725580-8F21-4D5A-9247-B76020991CA7}" type="sibTrans" cxnId="{2CFEA17D-B520-462C-A66B-0192C13733AF}">
      <dgm:prSet custT="1"/>
      <dgm:spPr/>
      <dgm:t>
        <a:bodyPr/>
        <a:lstStyle/>
        <a:p>
          <a:endParaRPr lang="en-US" sz="3200" i="1">
            <a:latin typeface="Abadi" panose="020B0604020104020204" pitchFamily="34" charset="0"/>
          </a:endParaRPr>
        </a:p>
      </dgm:t>
    </dgm:pt>
    <dgm:pt modelId="{CB095D74-42EF-4A1B-A5F4-100FB6485C24}">
      <dgm:prSet custT="1"/>
      <dgm:spPr/>
      <dgm:t>
        <a:bodyPr/>
        <a:lstStyle/>
        <a:p>
          <a:r>
            <a:rPr lang="en-US" sz="3200" b="1" i="1">
              <a:latin typeface="Abadi" panose="020B0604020104020204" pitchFamily="34" charset="0"/>
            </a:rPr>
            <a:t>Model Evaluation</a:t>
          </a:r>
          <a:endParaRPr lang="en-US" sz="3200" i="1">
            <a:latin typeface="Abadi" panose="020B0604020104020204" pitchFamily="34" charset="0"/>
          </a:endParaRPr>
        </a:p>
      </dgm:t>
    </dgm:pt>
    <dgm:pt modelId="{0475F21C-1A37-47E1-BBE8-89694C04F658}" type="parTrans" cxnId="{8AE51698-3E06-4F49-BFBA-5CDD28C2FCFF}">
      <dgm:prSet/>
      <dgm:spPr/>
      <dgm:t>
        <a:bodyPr/>
        <a:lstStyle/>
        <a:p>
          <a:endParaRPr lang="en-US"/>
        </a:p>
      </dgm:t>
    </dgm:pt>
    <dgm:pt modelId="{2541E2E5-7C96-4998-958A-58C4111AE6D8}" type="sibTrans" cxnId="{8AE51698-3E06-4F49-BFBA-5CDD28C2FCFF}">
      <dgm:prSet custT="1"/>
      <dgm:spPr/>
      <dgm:t>
        <a:bodyPr/>
        <a:lstStyle/>
        <a:p>
          <a:endParaRPr lang="en-US" sz="3200" i="1">
            <a:latin typeface="Abadi" panose="020B0604020104020204" pitchFamily="34" charset="0"/>
          </a:endParaRPr>
        </a:p>
      </dgm:t>
    </dgm:pt>
    <dgm:pt modelId="{FCDDD6E5-2064-4E5A-8B3E-2A66BD94ED45}">
      <dgm:prSet custT="1"/>
      <dgm:spPr/>
      <dgm:t>
        <a:bodyPr/>
        <a:lstStyle/>
        <a:p>
          <a:r>
            <a:rPr lang="en-US" sz="3200" b="1" i="1">
              <a:latin typeface="Abadi" panose="020B0604020104020204" pitchFamily="34" charset="0"/>
            </a:rPr>
            <a:t>Final Model Selection</a:t>
          </a:r>
          <a:endParaRPr lang="en-US" sz="3200" i="1">
            <a:latin typeface="Abadi" panose="020B0604020104020204" pitchFamily="34" charset="0"/>
          </a:endParaRPr>
        </a:p>
      </dgm:t>
    </dgm:pt>
    <dgm:pt modelId="{271A23C6-3EE1-41D2-A67E-7C1811D1484C}" type="parTrans" cxnId="{B7B65B9C-3E08-4630-985B-0BDEE703038D}">
      <dgm:prSet/>
      <dgm:spPr/>
      <dgm:t>
        <a:bodyPr/>
        <a:lstStyle/>
        <a:p>
          <a:endParaRPr lang="en-US"/>
        </a:p>
      </dgm:t>
    </dgm:pt>
    <dgm:pt modelId="{120C445C-7267-452B-A5A8-EFB20B595058}" type="sibTrans" cxnId="{B7B65B9C-3E08-4630-985B-0BDEE703038D}">
      <dgm:prSet/>
      <dgm:spPr/>
      <dgm:t>
        <a:bodyPr/>
        <a:lstStyle/>
        <a:p>
          <a:endParaRPr lang="en-US"/>
        </a:p>
      </dgm:t>
    </dgm:pt>
    <dgm:pt modelId="{8FABCCA9-9CDC-4543-8C62-9F52581854F1}" type="pres">
      <dgm:prSet presAssocID="{B2C0E6CD-AFCD-4903-AFA4-17154B2964E2}" presName="outerComposite" presStyleCnt="0">
        <dgm:presLayoutVars>
          <dgm:chMax val="5"/>
          <dgm:dir/>
          <dgm:resizeHandles val="exact"/>
        </dgm:presLayoutVars>
      </dgm:prSet>
      <dgm:spPr/>
    </dgm:pt>
    <dgm:pt modelId="{82741577-ECC6-42C7-B795-A964E3C1028A}" type="pres">
      <dgm:prSet presAssocID="{B2C0E6CD-AFCD-4903-AFA4-17154B2964E2}" presName="dummyMaxCanvas" presStyleCnt="0">
        <dgm:presLayoutVars/>
      </dgm:prSet>
      <dgm:spPr/>
    </dgm:pt>
    <dgm:pt modelId="{7A6F9F20-CD57-435B-8ECF-4A0631FE90F6}" type="pres">
      <dgm:prSet presAssocID="{B2C0E6CD-AFCD-4903-AFA4-17154B2964E2}" presName="FourNodes_1" presStyleLbl="node1" presStyleIdx="0" presStyleCnt="4">
        <dgm:presLayoutVars>
          <dgm:bulletEnabled val="1"/>
        </dgm:presLayoutVars>
      </dgm:prSet>
      <dgm:spPr/>
    </dgm:pt>
    <dgm:pt modelId="{324D60D0-1CC5-4ED8-A582-691C4C8D0E72}" type="pres">
      <dgm:prSet presAssocID="{B2C0E6CD-AFCD-4903-AFA4-17154B2964E2}" presName="FourNodes_2" presStyleLbl="node1" presStyleIdx="1" presStyleCnt="4">
        <dgm:presLayoutVars>
          <dgm:bulletEnabled val="1"/>
        </dgm:presLayoutVars>
      </dgm:prSet>
      <dgm:spPr/>
    </dgm:pt>
    <dgm:pt modelId="{2F430406-1B1D-417B-A5AC-32447EEEB8C8}" type="pres">
      <dgm:prSet presAssocID="{B2C0E6CD-AFCD-4903-AFA4-17154B2964E2}" presName="FourNodes_3" presStyleLbl="node1" presStyleIdx="2" presStyleCnt="4">
        <dgm:presLayoutVars>
          <dgm:bulletEnabled val="1"/>
        </dgm:presLayoutVars>
      </dgm:prSet>
      <dgm:spPr/>
    </dgm:pt>
    <dgm:pt modelId="{58559080-D099-4403-9692-92010FB1B725}" type="pres">
      <dgm:prSet presAssocID="{B2C0E6CD-AFCD-4903-AFA4-17154B2964E2}" presName="FourNodes_4" presStyleLbl="node1" presStyleIdx="3" presStyleCnt="4">
        <dgm:presLayoutVars>
          <dgm:bulletEnabled val="1"/>
        </dgm:presLayoutVars>
      </dgm:prSet>
      <dgm:spPr/>
    </dgm:pt>
    <dgm:pt modelId="{D4E045F0-D840-410D-B5CF-D309F13273F0}" type="pres">
      <dgm:prSet presAssocID="{B2C0E6CD-AFCD-4903-AFA4-17154B2964E2}" presName="FourConn_1-2" presStyleLbl="fgAccFollowNode1" presStyleIdx="0" presStyleCnt="3">
        <dgm:presLayoutVars>
          <dgm:bulletEnabled val="1"/>
        </dgm:presLayoutVars>
      </dgm:prSet>
      <dgm:spPr/>
    </dgm:pt>
    <dgm:pt modelId="{3C31BEAB-FE6B-4E64-B968-96EA0555B993}" type="pres">
      <dgm:prSet presAssocID="{B2C0E6CD-AFCD-4903-AFA4-17154B2964E2}" presName="FourConn_2-3" presStyleLbl="fgAccFollowNode1" presStyleIdx="1" presStyleCnt="3">
        <dgm:presLayoutVars>
          <dgm:bulletEnabled val="1"/>
        </dgm:presLayoutVars>
      </dgm:prSet>
      <dgm:spPr/>
    </dgm:pt>
    <dgm:pt modelId="{71279D17-5EE3-40D1-ADBD-25D3F7E964C5}" type="pres">
      <dgm:prSet presAssocID="{B2C0E6CD-AFCD-4903-AFA4-17154B2964E2}" presName="FourConn_3-4" presStyleLbl="fgAccFollowNode1" presStyleIdx="2" presStyleCnt="3">
        <dgm:presLayoutVars>
          <dgm:bulletEnabled val="1"/>
        </dgm:presLayoutVars>
      </dgm:prSet>
      <dgm:spPr/>
    </dgm:pt>
    <dgm:pt modelId="{D995048F-D769-468D-BF73-DC589879FE57}" type="pres">
      <dgm:prSet presAssocID="{B2C0E6CD-AFCD-4903-AFA4-17154B2964E2}" presName="FourNodes_1_text" presStyleLbl="node1" presStyleIdx="3" presStyleCnt="4">
        <dgm:presLayoutVars>
          <dgm:bulletEnabled val="1"/>
        </dgm:presLayoutVars>
      </dgm:prSet>
      <dgm:spPr/>
    </dgm:pt>
    <dgm:pt modelId="{96622A28-FB01-4CA0-B29E-70FFEF818100}" type="pres">
      <dgm:prSet presAssocID="{B2C0E6CD-AFCD-4903-AFA4-17154B2964E2}" presName="FourNodes_2_text" presStyleLbl="node1" presStyleIdx="3" presStyleCnt="4">
        <dgm:presLayoutVars>
          <dgm:bulletEnabled val="1"/>
        </dgm:presLayoutVars>
      </dgm:prSet>
      <dgm:spPr/>
    </dgm:pt>
    <dgm:pt modelId="{FF230C3F-ED01-43C1-9106-F551AF2F54F9}" type="pres">
      <dgm:prSet presAssocID="{B2C0E6CD-AFCD-4903-AFA4-17154B2964E2}" presName="FourNodes_3_text" presStyleLbl="node1" presStyleIdx="3" presStyleCnt="4">
        <dgm:presLayoutVars>
          <dgm:bulletEnabled val="1"/>
        </dgm:presLayoutVars>
      </dgm:prSet>
      <dgm:spPr/>
    </dgm:pt>
    <dgm:pt modelId="{A2CBBC05-D9FC-46E6-813F-A3A36467F14E}" type="pres">
      <dgm:prSet presAssocID="{B2C0E6CD-AFCD-4903-AFA4-17154B2964E2}" presName="FourNodes_4_text" presStyleLbl="node1" presStyleIdx="3" presStyleCnt="4">
        <dgm:presLayoutVars>
          <dgm:bulletEnabled val="1"/>
        </dgm:presLayoutVars>
      </dgm:prSet>
      <dgm:spPr/>
    </dgm:pt>
  </dgm:ptLst>
  <dgm:cxnLst>
    <dgm:cxn modelId="{1732C910-7AF7-46ED-882C-4B8745DE7C2C}" type="presOf" srcId="{CB095D74-42EF-4A1B-A5F4-100FB6485C24}" destId="{FF230C3F-ED01-43C1-9106-F551AF2F54F9}" srcOrd="1" destOrd="0" presId="urn:microsoft.com/office/officeart/2005/8/layout/vProcess5"/>
    <dgm:cxn modelId="{96BE4D13-835C-4B1E-8DD1-4761AEB8E8F4}" type="presOf" srcId="{2541E2E5-7C96-4998-958A-58C4111AE6D8}" destId="{71279D17-5EE3-40D1-ADBD-25D3F7E964C5}" srcOrd="0" destOrd="0" presId="urn:microsoft.com/office/officeart/2005/8/layout/vProcess5"/>
    <dgm:cxn modelId="{2D198B17-41DC-4CF0-A22C-FE9FB88428C3}" type="presOf" srcId="{FCDDD6E5-2064-4E5A-8B3E-2A66BD94ED45}" destId="{A2CBBC05-D9FC-46E6-813F-A3A36467F14E}" srcOrd="1" destOrd="0" presId="urn:microsoft.com/office/officeart/2005/8/layout/vProcess5"/>
    <dgm:cxn modelId="{88DA4B29-ADA9-4B04-9E9C-41BDBF91CA8B}" type="presOf" srcId="{7D725580-8F21-4D5A-9247-B76020991CA7}" destId="{3C31BEAB-FE6B-4E64-B968-96EA0555B993}" srcOrd="0" destOrd="0" presId="urn:microsoft.com/office/officeart/2005/8/layout/vProcess5"/>
    <dgm:cxn modelId="{D480D82B-A44D-481E-8F7B-74722EBE8403}" type="presOf" srcId="{FCDDD6E5-2064-4E5A-8B3E-2A66BD94ED45}" destId="{58559080-D099-4403-9692-92010FB1B725}" srcOrd="0" destOrd="0" presId="urn:microsoft.com/office/officeart/2005/8/layout/vProcess5"/>
    <dgm:cxn modelId="{1F62B135-E335-4693-974F-55D9F5E8641E}" type="presOf" srcId="{ADC8DAFA-9944-4ED1-B224-6074619583CE}" destId="{7A6F9F20-CD57-435B-8ECF-4A0631FE90F6}" srcOrd="0" destOrd="0" presId="urn:microsoft.com/office/officeart/2005/8/layout/vProcess5"/>
    <dgm:cxn modelId="{488C8037-AA06-46C1-821A-407B9478AFE8}" srcId="{B2C0E6CD-AFCD-4903-AFA4-17154B2964E2}" destId="{ADC8DAFA-9944-4ED1-B224-6074619583CE}" srcOrd="0" destOrd="0" parTransId="{B32C9D97-4CCF-44D1-8506-0096BE87058C}" sibTransId="{76DF4E9A-7B60-41FE-B4E4-9620E787F347}"/>
    <dgm:cxn modelId="{E4050D4B-4B17-4924-BBA2-3179B89A70B6}" type="presOf" srcId="{76DF4E9A-7B60-41FE-B4E4-9620E787F347}" destId="{D4E045F0-D840-410D-B5CF-D309F13273F0}" srcOrd="0" destOrd="0" presId="urn:microsoft.com/office/officeart/2005/8/layout/vProcess5"/>
    <dgm:cxn modelId="{8B5B8E55-DBFE-4264-825B-C477990D60E3}" type="presOf" srcId="{B2C0E6CD-AFCD-4903-AFA4-17154B2964E2}" destId="{8FABCCA9-9CDC-4543-8C62-9F52581854F1}" srcOrd="0" destOrd="0" presId="urn:microsoft.com/office/officeart/2005/8/layout/vProcess5"/>
    <dgm:cxn modelId="{2CFEA17D-B520-462C-A66B-0192C13733AF}" srcId="{B2C0E6CD-AFCD-4903-AFA4-17154B2964E2}" destId="{F76777D7-5907-40FC-A0C0-C241DFF4140E}" srcOrd="1" destOrd="0" parTransId="{1EF6E610-4F95-44C1-ADEC-6EADC4007625}" sibTransId="{7D725580-8F21-4D5A-9247-B76020991CA7}"/>
    <dgm:cxn modelId="{8064BC84-8875-4361-B3C4-15594C3502FB}" type="presOf" srcId="{F76777D7-5907-40FC-A0C0-C241DFF4140E}" destId="{324D60D0-1CC5-4ED8-A582-691C4C8D0E72}" srcOrd="0" destOrd="0" presId="urn:microsoft.com/office/officeart/2005/8/layout/vProcess5"/>
    <dgm:cxn modelId="{534F7092-BD11-43B0-B483-736A382D2FA9}" type="presOf" srcId="{F76777D7-5907-40FC-A0C0-C241DFF4140E}" destId="{96622A28-FB01-4CA0-B29E-70FFEF818100}" srcOrd="1" destOrd="0" presId="urn:microsoft.com/office/officeart/2005/8/layout/vProcess5"/>
    <dgm:cxn modelId="{8AE51698-3E06-4F49-BFBA-5CDD28C2FCFF}" srcId="{B2C0E6CD-AFCD-4903-AFA4-17154B2964E2}" destId="{CB095D74-42EF-4A1B-A5F4-100FB6485C24}" srcOrd="2" destOrd="0" parTransId="{0475F21C-1A37-47E1-BBE8-89694C04F658}" sibTransId="{2541E2E5-7C96-4998-958A-58C4111AE6D8}"/>
    <dgm:cxn modelId="{B7B65B9C-3E08-4630-985B-0BDEE703038D}" srcId="{B2C0E6CD-AFCD-4903-AFA4-17154B2964E2}" destId="{FCDDD6E5-2064-4E5A-8B3E-2A66BD94ED45}" srcOrd="3" destOrd="0" parTransId="{271A23C6-3EE1-41D2-A67E-7C1811D1484C}" sibTransId="{120C445C-7267-452B-A5A8-EFB20B595058}"/>
    <dgm:cxn modelId="{9E7146B8-1115-4A94-BFD3-650C60B60A89}" type="presOf" srcId="{CB095D74-42EF-4A1B-A5F4-100FB6485C24}" destId="{2F430406-1B1D-417B-A5AC-32447EEEB8C8}" srcOrd="0" destOrd="0" presId="urn:microsoft.com/office/officeart/2005/8/layout/vProcess5"/>
    <dgm:cxn modelId="{37975EBD-D276-46D2-B187-357D13716D9F}" type="presOf" srcId="{ADC8DAFA-9944-4ED1-B224-6074619583CE}" destId="{D995048F-D769-468D-BF73-DC589879FE57}" srcOrd="1" destOrd="0" presId="urn:microsoft.com/office/officeart/2005/8/layout/vProcess5"/>
    <dgm:cxn modelId="{0E5F6B92-FFED-4218-9ACF-1341F2B198A7}" type="presParOf" srcId="{8FABCCA9-9CDC-4543-8C62-9F52581854F1}" destId="{82741577-ECC6-42C7-B795-A964E3C1028A}" srcOrd="0" destOrd="0" presId="urn:microsoft.com/office/officeart/2005/8/layout/vProcess5"/>
    <dgm:cxn modelId="{6A89222F-DB0B-4A5F-8906-788B0F7B5B19}" type="presParOf" srcId="{8FABCCA9-9CDC-4543-8C62-9F52581854F1}" destId="{7A6F9F20-CD57-435B-8ECF-4A0631FE90F6}" srcOrd="1" destOrd="0" presId="urn:microsoft.com/office/officeart/2005/8/layout/vProcess5"/>
    <dgm:cxn modelId="{C442136D-A2D3-4B00-BBBA-C172DAC5D00C}" type="presParOf" srcId="{8FABCCA9-9CDC-4543-8C62-9F52581854F1}" destId="{324D60D0-1CC5-4ED8-A582-691C4C8D0E72}" srcOrd="2" destOrd="0" presId="urn:microsoft.com/office/officeart/2005/8/layout/vProcess5"/>
    <dgm:cxn modelId="{79EE8A97-F10F-476A-8142-EDE7991DE5AD}" type="presParOf" srcId="{8FABCCA9-9CDC-4543-8C62-9F52581854F1}" destId="{2F430406-1B1D-417B-A5AC-32447EEEB8C8}" srcOrd="3" destOrd="0" presId="urn:microsoft.com/office/officeart/2005/8/layout/vProcess5"/>
    <dgm:cxn modelId="{1AC90E4A-5CF9-462E-97EB-D824521F0E21}" type="presParOf" srcId="{8FABCCA9-9CDC-4543-8C62-9F52581854F1}" destId="{58559080-D099-4403-9692-92010FB1B725}" srcOrd="4" destOrd="0" presId="urn:microsoft.com/office/officeart/2005/8/layout/vProcess5"/>
    <dgm:cxn modelId="{93014CCD-5F26-421B-8BAC-0E0C1D4D0565}" type="presParOf" srcId="{8FABCCA9-9CDC-4543-8C62-9F52581854F1}" destId="{D4E045F0-D840-410D-B5CF-D309F13273F0}" srcOrd="5" destOrd="0" presId="urn:microsoft.com/office/officeart/2005/8/layout/vProcess5"/>
    <dgm:cxn modelId="{9C275FE8-90A4-49DB-99E8-1AB044A7A1CB}" type="presParOf" srcId="{8FABCCA9-9CDC-4543-8C62-9F52581854F1}" destId="{3C31BEAB-FE6B-4E64-B968-96EA0555B993}" srcOrd="6" destOrd="0" presId="urn:microsoft.com/office/officeart/2005/8/layout/vProcess5"/>
    <dgm:cxn modelId="{3820D6EC-2F73-4ACD-AA30-E95271F4DC0D}" type="presParOf" srcId="{8FABCCA9-9CDC-4543-8C62-9F52581854F1}" destId="{71279D17-5EE3-40D1-ADBD-25D3F7E964C5}" srcOrd="7" destOrd="0" presId="urn:microsoft.com/office/officeart/2005/8/layout/vProcess5"/>
    <dgm:cxn modelId="{7A2B5FA5-EC34-4DFC-8423-19FABF6A38C5}" type="presParOf" srcId="{8FABCCA9-9CDC-4543-8C62-9F52581854F1}" destId="{D995048F-D769-468D-BF73-DC589879FE57}" srcOrd="8" destOrd="0" presId="urn:microsoft.com/office/officeart/2005/8/layout/vProcess5"/>
    <dgm:cxn modelId="{4115958E-24CD-4AE1-AE5C-9B5949A1954A}" type="presParOf" srcId="{8FABCCA9-9CDC-4543-8C62-9F52581854F1}" destId="{96622A28-FB01-4CA0-B29E-70FFEF818100}" srcOrd="9" destOrd="0" presId="urn:microsoft.com/office/officeart/2005/8/layout/vProcess5"/>
    <dgm:cxn modelId="{917B5727-64EE-432F-9B18-3A6745A95DB3}" type="presParOf" srcId="{8FABCCA9-9CDC-4543-8C62-9F52581854F1}" destId="{FF230C3F-ED01-43C1-9106-F551AF2F54F9}" srcOrd="10" destOrd="0" presId="urn:microsoft.com/office/officeart/2005/8/layout/vProcess5"/>
    <dgm:cxn modelId="{4623AD3D-B653-4605-A19C-E98AF64130CF}" type="presParOf" srcId="{8FABCCA9-9CDC-4543-8C62-9F52581854F1}" destId="{A2CBBC05-D9FC-46E6-813F-A3A36467F14E}"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6F9F20-CD57-435B-8ECF-4A0631FE90F6}">
      <dsp:nvSpPr>
        <dsp:cNvPr id="0" name=""/>
        <dsp:cNvSpPr/>
      </dsp:nvSpPr>
      <dsp:spPr>
        <a:xfrm>
          <a:off x="0" y="0"/>
          <a:ext cx="8412480" cy="935640"/>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b="1" i="1" kern="1200">
              <a:latin typeface="Abadi" panose="020B0604020104020204" pitchFamily="34" charset="0"/>
            </a:rPr>
            <a:t>Model Selection</a:t>
          </a:r>
          <a:endParaRPr lang="en-US" sz="3200" i="1" kern="1200">
            <a:latin typeface="Abadi" panose="020B0604020104020204" pitchFamily="34" charset="0"/>
          </a:endParaRPr>
        </a:p>
      </dsp:txBody>
      <dsp:txXfrm>
        <a:off x="27404" y="27404"/>
        <a:ext cx="7323789" cy="880832"/>
      </dsp:txXfrm>
    </dsp:sp>
    <dsp:sp modelId="{324D60D0-1CC5-4ED8-A582-691C4C8D0E72}">
      <dsp:nvSpPr>
        <dsp:cNvPr id="0" name=""/>
        <dsp:cNvSpPr/>
      </dsp:nvSpPr>
      <dsp:spPr>
        <a:xfrm>
          <a:off x="704545" y="1105757"/>
          <a:ext cx="8412480" cy="935640"/>
        </a:xfrm>
        <a:prstGeom prst="roundRect">
          <a:avLst>
            <a:gd name="adj" fmla="val 10000"/>
          </a:avLst>
        </a:prstGeom>
        <a:gradFill rotWithShape="0">
          <a:gsLst>
            <a:gs pos="0">
              <a:schemeClr val="accent2">
                <a:hueOff val="498263"/>
                <a:satOff val="-139"/>
                <a:lumOff val="2353"/>
                <a:alphaOff val="0"/>
                <a:lumMod val="110000"/>
                <a:satMod val="105000"/>
                <a:tint val="67000"/>
              </a:schemeClr>
            </a:gs>
            <a:gs pos="50000">
              <a:schemeClr val="accent2">
                <a:hueOff val="498263"/>
                <a:satOff val="-139"/>
                <a:lumOff val="2353"/>
                <a:alphaOff val="0"/>
                <a:lumMod val="105000"/>
                <a:satMod val="103000"/>
                <a:tint val="73000"/>
              </a:schemeClr>
            </a:gs>
            <a:gs pos="100000">
              <a:schemeClr val="accent2">
                <a:hueOff val="498263"/>
                <a:satOff val="-139"/>
                <a:lumOff val="2353"/>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b="1" i="1" kern="1200">
              <a:latin typeface="Abadi" panose="020B0604020104020204" pitchFamily="34" charset="0"/>
            </a:rPr>
            <a:t>Model Training</a:t>
          </a:r>
          <a:endParaRPr lang="en-US" sz="3200" i="1" kern="1200">
            <a:latin typeface="Abadi" panose="020B0604020104020204" pitchFamily="34" charset="0"/>
          </a:endParaRPr>
        </a:p>
      </dsp:txBody>
      <dsp:txXfrm>
        <a:off x="731949" y="1133161"/>
        <a:ext cx="7044960" cy="880832"/>
      </dsp:txXfrm>
    </dsp:sp>
    <dsp:sp modelId="{2F430406-1B1D-417B-A5AC-32447EEEB8C8}">
      <dsp:nvSpPr>
        <dsp:cNvPr id="0" name=""/>
        <dsp:cNvSpPr/>
      </dsp:nvSpPr>
      <dsp:spPr>
        <a:xfrm>
          <a:off x="1398574" y="2211514"/>
          <a:ext cx="8412480" cy="935640"/>
        </a:xfrm>
        <a:prstGeom prst="roundRect">
          <a:avLst>
            <a:gd name="adj" fmla="val 10000"/>
          </a:avLst>
        </a:prstGeom>
        <a:gradFill rotWithShape="0">
          <a:gsLst>
            <a:gs pos="0">
              <a:schemeClr val="accent2">
                <a:hueOff val="996526"/>
                <a:satOff val="-279"/>
                <a:lumOff val="4705"/>
                <a:alphaOff val="0"/>
                <a:lumMod val="110000"/>
                <a:satMod val="105000"/>
                <a:tint val="67000"/>
              </a:schemeClr>
            </a:gs>
            <a:gs pos="50000">
              <a:schemeClr val="accent2">
                <a:hueOff val="996526"/>
                <a:satOff val="-279"/>
                <a:lumOff val="4705"/>
                <a:alphaOff val="0"/>
                <a:lumMod val="105000"/>
                <a:satMod val="103000"/>
                <a:tint val="73000"/>
              </a:schemeClr>
            </a:gs>
            <a:gs pos="100000">
              <a:schemeClr val="accent2">
                <a:hueOff val="996526"/>
                <a:satOff val="-279"/>
                <a:lumOff val="4705"/>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b="1" i="1" kern="1200">
              <a:latin typeface="Abadi" panose="020B0604020104020204" pitchFamily="34" charset="0"/>
            </a:rPr>
            <a:t>Model Evaluation</a:t>
          </a:r>
          <a:endParaRPr lang="en-US" sz="3200" i="1" kern="1200">
            <a:latin typeface="Abadi" panose="020B0604020104020204" pitchFamily="34" charset="0"/>
          </a:endParaRPr>
        </a:p>
      </dsp:txBody>
      <dsp:txXfrm>
        <a:off x="1425978" y="2238918"/>
        <a:ext cx="7055475" cy="880832"/>
      </dsp:txXfrm>
    </dsp:sp>
    <dsp:sp modelId="{58559080-D099-4403-9692-92010FB1B725}">
      <dsp:nvSpPr>
        <dsp:cNvPr id="0" name=""/>
        <dsp:cNvSpPr/>
      </dsp:nvSpPr>
      <dsp:spPr>
        <a:xfrm>
          <a:off x="2103119" y="3317271"/>
          <a:ext cx="8412480" cy="935640"/>
        </a:xfrm>
        <a:prstGeom prst="roundRect">
          <a:avLst>
            <a:gd name="adj" fmla="val 10000"/>
          </a:avLst>
        </a:prstGeom>
        <a:gradFill rotWithShape="0">
          <a:gsLst>
            <a:gs pos="0">
              <a:schemeClr val="accent2">
                <a:hueOff val="1494789"/>
                <a:satOff val="-418"/>
                <a:lumOff val="7058"/>
                <a:alphaOff val="0"/>
                <a:lumMod val="110000"/>
                <a:satMod val="105000"/>
                <a:tint val="67000"/>
              </a:schemeClr>
            </a:gs>
            <a:gs pos="50000">
              <a:schemeClr val="accent2">
                <a:hueOff val="1494789"/>
                <a:satOff val="-418"/>
                <a:lumOff val="7058"/>
                <a:alphaOff val="0"/>
                <a:lumMod val="105000"/>
                <a:satMod val="103000"/>
                <a:tint val="73000"/>
              </a:schemeClr>
            </a:gs>
            <a:gs pos="100000">
              <a:schemeClr val="accent2">
                <a:hueOff val="1494789"/>
                <a:satOff val="-418"/>
                <a:lumOff val="7058"/>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b="1" i="1" kern="1200">
              <a:latin typeface="Abadi" panose="020B0604020104020204" pitchFamily="34" charset="0"/>
            </a:rPr>
            <a:t>Final Model Selection</a:t>
          </a:r>
          <a:endParaRPr lang="en-US" sz="3200" i="1" kern="1200">
            <a:latin typeface="Abadi" panose="020B0604020104020204" pitchFamily="34" charset="0"/>
          </a:endParaRPr>
        </a:p>
      </dsp:txBody>
      <dsp:txXfrm>
        <a:off x="2130523" y="3344675"/>
        <a:ext cx="7044960" cy="880832"/>
      </dsp:txXfrm>
    </dsp:sp>
    <dsp:sp modelId="{D4E045F0-D840-410D-B5CF-D309F13273F0}">
      <dsp:nvSpPr>
        <dsp:cNvPr id="0" name=""/>
        <dsp:cNvSpPr/>
      </dsp:nvSpPr>
      <dsp:spPr>
        <a:xfrm>
          <a:off x="7804313" y="716615"/>
          <a:ext cx="608166" cy="608166"/>
        </a:xfrm>
        <a:prstGeom prst="downArrow">
          <a:avLst>
            <a:gd name="adj1" fmla="val 55000"/>
            <a:gd name="adj2" fmla="val 45000"/>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en-US" sz="3200" i="1" kern="1200">
            <a:latin typeface="Abadi" panose="020B0604020104020204" pitchFamily="34" charset="0"/>
          </a:endParaRPr>
        </a:p>
      </dsp:txBody>
      <dsp:txXfrm>
        <a:off x="7941150" y="716615"/>
        <a:ext cx="334492" cy="457645"/>
      </dsp:txXfrm>
    </dsp:sp>
    <dsp:sp modelId="{3C31BEAB-FE6B-4E64-B968-96EA0555B993}">
      <dsp:nvSpPr>
        <dsp:cNvPr id="0" name=""/>
        <dsp:cNvSpPr/>
      </dsp:nvSpPr>
      <dsp:spPr>
        <a:xfrm>
          <a:off x="8508858" y="1822372"/>
          <a:ext cx="608166" cy="608166"/>
        </a:xfrm>
        <a:prstGeom prst="downArrow">
          <a:avLst>
            <a:gd name="adj1" fmla="val 55000"/>
            <a:gd name="adj2" fmla="val 45000"/>
          </a:avLst>
        </a:prstGeom>
        <a:solidFill>
          <a:schemeClr val="accent2">
            <a:tint val="40000"/>
            <a:alpha val="90000"/>
            <a:hueOff val="471482"/>
            <a:satOff val="4162"/>
            <a:lumOff val="708"/>
            <a:alphaOff val="0"/>
          </a:schemeClr>
        </a:solidFill>
        <a:ln w="6350" cap="flat" cmpd="sng" algn="ctr">
          <a:solidFill>
            <a:schemeClr val="accent2">
              <a:tint val="40000"/>
              <a:alpha val="90000"/>
              <a:hueOff val="471482"/>
              <a:satOff val="4162"/>
              <a:lumOff val="70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en-US" sz="3200" i="1" kern="1200">
            <a:latin typeface="Abadi" panose="020B0604020104020204" pitchFamily="34" charset="0"/>
          </a:endParaRPr>
        </a:p>
      </dsp:txBody>
      <dsp:txXfrm>
        <a:off x="8645695" y="1822372"/>
        <a:ext cx="334492" cy="457645"/>
      </dsp:txXfrm>
    </dsp:sp>
    <dsp:sp modelId="{71279D17-5EE3-40D1-ADBD-25D3F7E964C5}">
      <dsp:nvSpPr>
        <dsp:cNvPr id="0" name=""/>
        <dsp:cNvSpPr/>
      </dsp:nvSpPr>
      <dsp:spPr>
        <a:xfrm>
          <a:off x="9202888" y="2928129"/>
          <a:ext cx="608166" cy="608166"/>
        </a:xfrm>
        <a:prstGeom prst="downArrow">
          <a:avLst>
            <a:gd name="adj1" fmla="val 55000"/>
            <a:gd name="adj2" fmla="val 45000"/>
          </a:avLst>
        </a:prstGeom>
        <a:solidFill>
          <a:schemeClr val="accent2">
            <a:tint val="40000"/>
            <a:alpha val="90000"/>
            <a:hueOff val="942965"/>
            <a:satOff val="8325"/>
            <a:lumOff val="1417"/>
            <a:alphaOff val="0"/>
          </a:schemeClr>
        </a:solidFill>
        <a:ln w="6350" cap="flat" cmpd="sng" algn="ctr">
          <a:solidFill>
            <a:schemeClr val="accent2">
              <a:tint val="40000"/>
              <a:alpha val="90000"/>
              <a:hueOff val="942965"/>
              <a:satOff val="8325"/>
              <a:lumOff val="1417"/>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en-US" sz="3200" i="1" kern="1200">
            <a:latin typeface="Abadi" panose="020B0604020104020204" pitchFamily="34" charset="0"/>
          </a:endParaRPr>
        </a:p>
      </dsp:txBody>
      <dsp:txXfrm>
        <a:off x="9339725" y="2928129"/>
        <a:ext cx="334492" cy="457645"/>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5T17:24:25.262"/>
    </inkml:context>
    <inkml:brush xml:id="br0">
      <inkml:brushProperty name="width" value="0.1" units="cm"/>
      <inkml:brushProperty name="height" value="0.1" units="cm"/>
      <inkml:brushProperty name="color" value="#FFFFFF"/>
    </inkml:brush>
  </inkml:definitions>
  <inkml:trace contextRef="#ctx0" brushRef="#br0">1 0 128,'0'6'0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descr="Tag=AccentColor&#10;Flavor=Light&#10;Target=FillAndLine">
            <a:extLst>
              <a:ext uri="{FF2B5EF4-FFF2-40B4-BE49-F238E27FC236}">
                <a16:creationId xmlns:a16="http://schemas.microsoft.com/office/drawing/2014/main" id="{DA381740-063A-41A4-836D-85D14980EEF0}"/>
              </a:ext>
            </a:extLst>
          </p:cNvPr>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2" name="Title 1">
            <a:extLst>
              <a:ext uri="{FF2B5EF4-FFF2-40B4-BE49-F238E27FC236}">
                <a16:creationId xmlns:a16="http://schemas.microsoft.com/office/drawing/2014/main" id="{24EF9DF8-704A-44AE-8850-307DDACC9387}"/>
              </a:ext>
            </a:extLst>
          </p:cNvPr>
          <p:cNvSpPr>
            <a:spLocks noGrp="1"/>
          </p:cNvSpPr>
          <p:nvPr>
            <p:ph type="ctrTitle"/>
          </p:nvPr>
        </p:nvSpPr>
        <p:spPr>
          <a:xfrm>
            <a:off x="841248" y="448056"/>
            <a:ext cx="10515600" cy="4069080"/>
          </a:xfrm>
        </p:spPr>
        <p:txBody>
          <a:bodyPr anchor="b">
            <a:noAutofit/>
          </a:bodyPr>
          <a:lstStyle>
            <a:lvl1pPr algn="l">
              <a:defRPr sz="9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CC72E09-06F3-48B9-9B95-DE15EC98017B}"/>
              </a:ext>
            </a:extLst>
          </p:cNvPr>
          <p:cNvSpPr>
            <a:spLocks noGrp="1"/>
          </p:cNvSpPr>
          <p:nvPr>
            <p:ph type="subTitle" idx="1"/>
          </p:nvPr>
        </p:nvSpPr>
        <p:spPr>
          <a:xfrm>
            <a:off x="841248" y="4983480"/>
            <a:ext cx="10515600" cy="1124712"/>
          </a:xfrm>
        </p:spPr>
        <p:txBody>
          <a:bodyPr>
            <a:normAutofit/>
          </a:bodyPr>
          <a:lstStyle>
            <a:lvl1pPr marL="0" indent="0" algn="l">
              <a:buNone/>
              <a:defRPr sz="28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11CD474-E5E1-4D01-97F6-0C9FC09332C0}"/>
              </a:ext>
            </a:extLst>
          </p:cNvPr>
          <p:cNvSpPr>
            <a:spLocks noGrp="1"/>
          </p:cNvSpPr>
          <p:nvPr>
            <p:ph type="dt" sz="half" idx="10"/>
          </p:nvPr>
        </p:nvSpPr>
        <p:spPr/>
        <p:txBody>
          <a:bodyPr/>
          <a:lstStyle/>
          <a:p>
            <a:fld id="{72345051-2045-45DA-935E-2E3CA1A69ADC}" type="datetimeFigureOut">
              <a:rPr lang="en-US" smtClean="0"/>
              <a:t>11/17/2024</a:t>
            </a:fld>
            <a:endParaRPr lang="en-US" dirty="0"/>
          </a:p>
        </p:txBody>
      </p:sp>
      <p:sp>
        <p:nvSpPr>
          <p:cNvPr id="5" name="Footer Placeholder 4">
            <a:extLst>
              <a:ext uri="{FF2B5EF4-FFF2-40B4-BE49-F238E27FC236}">
                <a16:creationId xmlns:a16="http://schemas.microsoft.com/office/drawing/2014/main" id="{C636BBC7-EB9B-4B36-88E9-DBF65D270E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8786C7-DD8D-492F-9A9A-A7B3EBE27FE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3126782599"/>
      </p:ext>
    </p:extLst>
  </p:cSld>
  <p:clrMapOvr>
    <a:masterClrMapping/>
  </p:clrMapOvr>
  <p:transition spd="slow">
    <p:randomBa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838200" y="1929384"/>
            <a:ext cx="10515600" cy="4251960"/>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p>
            <a:fld id="{72345051-2045-45DA-935E-2E3CA1A69ADC}" type="datetimeFigureOut">
              <a:rPr lang="en-US" smtClean="0"/>
              <a:t>11/17/2024</a:t>
            </a:fld>
            <a:endParaRPr lang="en-US"/>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7" descr="Tag=AccentColor&#10;Flavor=Light&#10;Target=FillAndLine">
            <a:extLst>
              <a:ext uri="{FF2B5EF4-FFF2-40B4-BE49-F238E27FC236}">
                <a16:creationId xmlns:a16="http://schemas.microsoft.com/office/drawing/2014/main" id="{EBDD1931-9E86-4402-9A68-33A2D9EFB198}"/>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Tree>
    <p:extLst>
      <p:ext uri="{BB962C8B-B14F-4D97-AF65-F5344CB8AC3E}">
        <p14:creationId xmlns:p14="http://schemas.microsoft.com/office/powerpoint/2010/main" val="3407932961"/>
      </p:ext>
    </p:extLst>
  </p:cSld>
  <p:clrMapOvr>
    <a:masterClrMapping/>
  </p:clrMapOvr>
  <p:transition spd="slow">
    <p:randomBa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218C0-6540-400C-BB51-353D5FD5CB00}"/>
              </a:ext>
            </a:extLst>
          </p:cNvPr>
          <p:cNvSpPr>
            <a:spLocks noGrp="1"/>
          </p:cNvSpPr>
          <p:nvPr>
            <p:ph type="title"/>
          </p:nvPr>
        </p:nvSpPr>
        <p:spPr>
          <a:xfrm>
            <a:off x="841248" y="448056"/>
            <a:ext cx="10515600" cy="4069080"/>
          </a:xfrm>
        </p:spPr>
        <p:txBody>
          <a:bodyPr anchor="b">
            <a:normAutofit/>
          </a:bodyPr>
          <a:lstStyle>
            <a:lvl1pPr>
              <a:defRPr sz="8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A81CD69-43B3-4FF7-AA41-30C36C957E65}"/>
              </a:ext>
            </a:extLst>
          </p:cNvPr>
          <p:cNvSpPr>
            <a:spLocks noGrp="1"/>
          </p:cNvSpPr>
          <p:nvPr>
            <p:ph type="body" idx="1"/>
          </p:nvPr>
        </p:nvSpPr>
        <p:spPr>
          <a:xfrm>
            <a:off x="841248" y="4983480"/>
            <a:ext cx="10515600" cy="1124712"/>
          </a:xfrm>
        </p:spPr>
        <p:txBody>
          <a:bodyPr>
            <a:normAutofit/>
          </a:bodyPr>
          <a:lstStyle>
            <a:lvl1pPr marL="0" indent="0">
              <a:buNone/>
              <a:defRPr sz="28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BF300D-5CBE-47E9-A193-E23C8314D0EA}"/>
              </a:ext>
            </a:extLst>
          </p:cNvPr>
          <p:cNvSpPr>
            <a:spLocks noGrp="1"/>
          </p:cNvSpPr>
          <p:nvPr>
            <p:ph type="dt" sz="half" idx="10"/>
          </p:nvPr>
        </p:nvSpPr>
        <p:spPr/>
        <p:txBody>
          <a:bodyPr/>
          <a:lstStyle/>
          <a:p>
            <a:fld id="{72345051-2045-45DA-935E-2E3CA1A69ADC}" type="datetimeFigureOut">
              <a:rPr lang="en-US" smtClean="0"/>
              <a:t>11/17/2024</a:t>
            </a:fld>
            <a:endParaRPr lang="en-US"/>
          </a:p>
        </p:txBody>
      </p:sp>
      <p:sp>
        <p:nvSpPr>
          <p:cNvPr id="5" name="Footer Placeholder 4">
            <a:extLst>
              <a:ext uri="{FF2B5EF4-FFF2-40B4-BE49-F238E27FC236}">
                <a16:creationId xmlns:a16="http://schemas.microsoft.com/office/drawing/2014/main" id="{56E7DF3F-C51A-4DB1-9FCE-E3E0D8E92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269CF4-FAAB-44EF-A2A5-8352B4AA384F}"/>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7" name="Rectangle 6" descr="Tag=AccentColor&#10;Flavor=Light&#10;Target=FillAndLine">
            <a:extLst>
              <a:ext uri="{FF2B5EF4-FFF2-40B4-BE49-F238E27FC236}">
                <a16:creationId xmlns:a16="http://schemas.microsoft.com/office/drawing/2014/main" id="{417A8947-4521-4FE1-8E44-27363435CE1B}"/>
              </a:ext>
            </a:extLst>
          </p:cNvPr>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Tree>
    <p:extLst>
      <p:ext uri="{BB962C8B-B14F-4D97-AF65-F5344CB8AC3E}">
        <p14:creationId xmlns:p14="http://schemas.microsoft.com/office/powerpoint/2010/main" val="3762993514"/>
      </p:ext>
    </p:extLst>
  </p:cSld>
  <p:clrMapOvr>
    <a:masterClrMapping/>
  </p:clrMapOvr>
  <p:transition spd="slow">
    <p:randomBa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DE264-531D-49C1-A8AF-2B4C1D218FAB}"/>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4B9A1B8-2F1B-46AA-858A-CFFF5AF7CEB0}"/>
              </a:ext>
            </a:extLst>
          </p:cNvPr>
          <p:cNvSpPr>
            <a:spLocks noGrp="1"/>
          </p:cNvSpPr>
          <p:nvPr>
            <p:ph sz="half" idx="1"/>
          </p:nvPr>
        </p:nvSpPr>
        <p:spPr>
          <a:xfrm>
            <a:off x="838200" y="1929384"/>
            <a:ext cx="5181600" cy="42519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6E6B9631-18C0-43BD-8AF3-9137D6D4C234}"/>
              </a:ext>
            </a:extLst>
          </p:cNvPr>
          <p:cNvSpPr>
            <a:spLocks noGrp="1"/>
          </p:cNvSpPr>
          <p:nvPr>
            <p:ph sz="half" idx="2"/>
          </p:nvPr>
        </p:nvSpPr>
        <p:spPr>
          <a:xfrm>
            <a:off x="6172200" y="1929384"/>
            <a:ext cx="5181600" cy="425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9032FCA-14C6-4497-9C27-3F58062442CE}"/>
              </a:ext>
            </a:extLst>
          </p:cNvPr>
          <p:cNvSpPr>
            <a:spLocks noGrp="1"/>
          </p:cNvSpPr>
          <p:nvPr>
            <p:ph type="dt" sz="half" idx="10"/>
          </p:nvPr>
        </p:nvSpPr>
        <p:spPr/>
        <p:txBody>
          <a:bodyPr/>
          <a:lstStyle/>
          <a:p>
            <a:fld id="{72345051-2045-45DA-935E-2E3CA1A69ADC}" type="datetimeFigureOut">
              <a:rPr lang="en-US" smtClean="0"/>
              <a:t>11/17/2024</a:t>
            </a:fld>
            <a:endParaRPr lang="en-US"/>
          </a:p>
        </p:txBody>
      </p:sp>
      <p:sp>
        <p:nvSpPr>
          <p:cNvPr id="6" name="Footer Placeholder 5">
            <a:extLst>
              <a:ext uri="{FF2B5EF4-FFF2-40B4-BE49-F238E27FC236}">
                <a16:creationId xmlns:a16="http://schemas.microsoft.com/office/drawing/2014/main" id="{961E5057-693B-4E10-958E-0ABE79FEC7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0CECB1-0A35-4C10-9D3D-FE4404283011}"/>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9" name="Rectangle 8" descr="Tag=AccentColor&#10;Flavor=Light&#10;Target=FillAndLine">
            <a:extLst>
              <a:ext uri="{FF2B5EF4-FFF2-40B4-BE49-F238E27FC236}">
                <a16:creationId xmlns:a16="http://schemas.microsoft.com/office/drawing/2014/main" id="{2FAAC677-2D37-4F63-9C4B-711A2988EE02}"/>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Tree>
    <p:extLst>
      <p:ext uri="{BB962C8B-B14F-4D97-AF65-F5344CB8AC3E}">
        <p14:creationId xmlns:p14="http://schemas.microsoft.com/office/powerpoint/2010/main" val="3206663910"/>
      </p:ext>
    </p:extLst>
  </p:cSld>
  <p:clrMapOvr>
    <a:masterClrMapping/>
  </p:clrMapOvr>
  <p:transition spd="slow">
    <p:randomBa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AE282-8875-4F49-AB21-E1C2BCAEA1F6}"/>
              </a:ext>
            </a:extLst>
          </p:cNvPr>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712EA2-EF8C-4F18-BECF-AD121F72816A}"/>
              </a:ext>
            </a:extLst>
          </p:cNvPr>
          <p:cNvSpPr>
            <a:spLocks noGrp="1"/>
          </p:cNvSpPr>
          <p:nvPr>
            <p:ph type="body" idx="1"/>
          </p:nvPr>
        </p:nvSpPr>
        <p:spPr>
          <a:xfrm>
            <a:off x="839789" y="1938528"/>
            <a:ext cx="5157787" cy="823912"/>
          </a:xfrm>
        </p:spPr>
        <p:txBody>
          <a:bodyPr anchor="b">
            <a:normAutofit/>
          </a:bodyPr>
          <a:lstStyle>
            <a:lvl1pPr marL="0" indent="0">
              <a:buNone/>
              <a:defRPr sz="36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7B59D4-E93F-40C1-A1A2-F1867830C678}"/>
              </a:ext>
            </a:extLst>
          </p:cNvPr>
          <p:cNvSpPr>
            <a:spLocks noGrp="1"/>
          </p:cNvSpPr>
          <p:nvPr>
            <p:ph sz="half" idx="2"/>
          </p:nvPr>
        </p:nvSpPr>
        <p:spPr>
          <a:xfrm>
            <a:off x="839789" y="2926080"/>
            <a:ext cx="5157787" cy="326440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6E810616-1C77-42AE-8449-D0B64E2B8475}"/>
              </a:ext>
            </a:extLst>
          </p:cNvPr>
          <p:cNvSpPr>
            <a:spLocks noGrp="1"/>
          </p:cNvSpPr>
          <p:nvPr>
            <p:ph type="body" sz="quarter" idx="3"/>
          </p:nvPr>
        </p:nvSpPr>
        <p:spPr>
          <a:xfrm>
            <a:off x="6172201" y="1938528"/>
            <a:ext cx="5183188" cy="823912"/>
          </a:xfrm>
        </p:spPr>
        <p:txBody>
          <a:bodyPr anchor="b">
            <a:normAutofit/>
          </a:bodyPr>
          <a:lstStyle>
            <a:lvl1pPr marL="0" indent="0">
              <a:buNone/>
              <a:defRPr sz="36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74E172-AFE8-48E4-BBB0-CA6D4EC1127C}"/>
              </a:ext>
            </a:extLst>
          </p:cNvPr>
          <p:cNvSpPr>
            <a:spLocks noGrp="1"/>
          </p:cNvSpPr>
          <p:nvPr>
            <p:ph sz="quarter" idx="4"/>
          </p:nvPr>
        </p:nvSpPr>
        <p:spPr>
          <a:xfrm>
            <a:off x="6172201" y="2926080"/>
            <a:ext cx="5183188" cy="32644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C9407CC-270D-4C98-B95C-7AE67D2E1913}"/>
              </a:ext>
            </a:extLst>
          </p:cNvPr>
          <p:cNvSpPr>
            <a:spLocks noGrp="1"/>
          </p:cNvSpPr>
          <p:nvPr>
            <p:ph type="dt" sz="half" idx="10"/>
          </p:nvPr>
        </p:nvSpPr>
        <p:spPr/>
        <p:txBody>
          <a:bodyPr/>
          <a:lstStyle/>
          <a:p>
            <a:fld id="{72345051-2045-45DA-935E-2E3CA1A69ADC}" type="datetimeFigureOut">
              <a:rPr lang="en-US" smtClean="0"/>
              <a:t>11/17/2024</a:t>
            </a:fld>
            <a:endParaRPr lang="en-US"/>
          </a:p>
        </p:txBody>
      </p:sp>
      <p:sp>
        <p:nvSpPr>
          <p:cNvPr id="8" name="Footer Placeholder 7">
            <a:extLst>
              <a:ext uri="{FF2B5EF4-FFF2-40B4-BE49-F238E27FC236}">
                <a16:creationId xmlns:a16="http://schemas.microsoft.com/office/drawing/2014/main" id="{454070D5-9B7B-47FC-9F75-F6AD960745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8EAC17-33BE-4265-8C06-644C2D34FD3C}"/>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11" name="Rectangle 10" descr="Tag=AccentColor&#10;Flavor=Light&#10;Target=FillAndLine">
            <a:extLst>
              <a:ext uri="{FF2B5EF4-FFF2-40B4-BE49-F238E27FC236}">
                <a16:creationId xmlns:a16="http://schemas.microsoft.com/office/drawing/2014/main" id="{F634C457-AEBF-47D7-9200-BAD05D138B12}"/>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Tree>
    <p:extLst>
      <p:ext uri="{BB962C8B-B14F-4D97-AF65-F5344CB8AC3E}">
        <p14:creationId xmlns:p14="http://schemas.microsoft.com/office/powerpoint/2010/main" val="3280286137"/>
      </p:ext>
    </p:extLst>
  </p:cSld>
  <p:clrMapOvr>
    <a:masterClrMapping/>
  </p:clrMapOvr>
  <p:transition spd="slow">
    <p:randomBa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E9AC0-40CD-4451-BF00-5E2FC7B7451B}"/>
              </a:ext>
            </a:extLst>
          </p:cNvPr>
          <p:cNvSpPr>
            <a:spLocks noGrp="1"/>
          </p:cNvSpPr>
          <p:nvPr>
            <p:ph type="title"/>
          </p:nvPr>
        </p:nvSpPr>
        <p:spPr>
          <a:xfrm>
            <a:off x="2203704" y="1728216"/>
            <a:ext cx="7781544" cy="3392424"/>
          </a:xfrm>
        </p:spPr>
        <p:txBody>
          <a:bodyPr>
            <a:normAutofit/>
          </a:bodyPr>
          <a:lstStyle>
            <a:lvl1pPr algn="ctr">
              <a:defRPr sz="78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C6FD9A32-9C83-452B-BC69-CC6E95D3C93C}"/>
              </a:ext>
            </a:extLst>
          </p:cNvPr>
          <p:cNvSpPr>
            <a:spLocks noGrp="1"/>
          </p:cNvSpPr>
          <p:nvPr>
            <p:ph type="dt" sz="half" idx="10"/>
          </p:nvPr>
        </p:nvSpPr>
        <p:spPr/>
        <p:txBody>
          <a:bodyPr/>
          <a:lstStyle/>
          <a:p>
            <a:fld id="{72345051-2045-45DA-935E-2E3CA1A69ADC}" type="datetimeFigureOut">
              <a:rPr lang="en-US" smtClean="0"/>
              <a:t>11/17/2024</a:t>
            </a:fld>
            <a:endParaRPr lang="en-US"/>
          </a:p>
        </p:txBody>
      </p:sp>
      <p:sp>
        <p:nvSpPr>
          <p:cNvPr id="4" name="Footer Placeholder 3">
            <a:extLst>
              <a:ext uri="{FF2B5EF4-FFF2-40B4-BE49-F238E27FC236}">
                <a16:creationId xmlns:a16="http://schemas.microsoft.com/office/drawing/2014/main" id="{6B87B83E-E23E-42DE-876D-F55908A97D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1C03A8-D428-4010-B413-13B1E992262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6" name="Rectangle 6" descr="Tag=AccentColor&#10;Flavor=Light&#10;Target=FillAndLine">
            <a:extLst>
              <a:ext uri="{FF2B5EF4-FFF2-40B4-BE49-F238E27FC236}">
                <a16:creationId xmlns:a16="http://schemas.microsoft.com/office/drawing/2014/main" id="{17F03060-85EC-4182-8C18-C6EE0D373E4B}"/>
              </a:ext>
            </a:extLst>
          </p:cNvPr>
          <p:cNvSpPr/>
          <p:nvPr/>
        </p:nvSpPr>
        <p:spPr>
          <a:xfrm>
            <a:off x="3974207" y="5126892"/>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Tree>
    <p:extLst>
      <p:ext uri="{BB962C8B-B14F-4D97-AF65-F5344CB8AC3E}">
        <p14:creationId xmlns:p14="http://schemas.microsoft.com/office/powerpoint/2010/main" val="3078656823"/>
      </p:ext>
    </p:extLst>
  </p:cSld>
  <p:clrMapOvr>
    <a:masterClrMapping/>
  </p:clrMapOvr>
  <p:transition spd="slow">
    <p:randomBa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2816A0-77C4-4A3F-87BD-A7321E3C84D2}"/>
              </a:ext>
            </a:extLst>
          </p:cNvPr>
          <p:cNvSpPr>
            <a:spLocks noGrp="1"/>
          </p:cNvSpPr>
          <p:nvPr>
            <p:ph type="dt" sz="half" idx="10"/>
          </p:nvPr>
        </p:nvSpPr>
        <p:spPr/>
        <p:txBody>
          <a:bodyPr/>
          <a:lstStyle/>
          <a:p>
            <a:fld id="{72345051-2045-45DA-935E-2E3CA1A69ADC}" type="datetimeFigureOut">
              <a:rPr lang="en-US" smtClean="0"/>
              <a:t>11/17/2024</a:t>
            </a:fld>
            <a:endParaRPr lang="en-US"/>
          </a:p>
        </p:txBody>
      </p:sp>
      <p:sp>
        <p:nvSpPr>
          <p:cNvPr id="3" name="Footer Placeholder 2">
            <a:extLst>
              <a:ext uri="{FF2B5EF4-FFF2-40B4-BE49-F238E27FC236}">
                <a16:creationId xmlns:a16="http://schemas.microsoft.com/office/drawing/2014/main" id="{A5FC3464-F026-4C77-9441-55ECA5054D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87D9257-BADE-4D0B-AF0B-D09FE95FA078}"/>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3704973892"/>
      </p:ext>
    </p:extLst>
  </p:cSld>
  <p:clrMapOvr>
    <a:masterClrMapping/>
  </p:clrMapOvr>
  <p:transition spd="slow">
    <p:randomBa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1C48E-F751-45A2-9010-208B81EDBE69}"/>
              </a:ext>
            </a:extLst>
          </p:cNvPr>
          <p:cNvSpPr>
            <a:spLocks noGrp="1"/>
          </p:cNvSpPr>
          <p:nvPr>
            <p:ph type="title"/>
          </p:nvPr>
        </p:nvSpPr>
        <p:spPr>
          <a:xfrm>
            <a:off x="839788" y="457200"/>
            <a:ext cx="3932237" cy="3429000"/>
          </a:xfrm>
        </p:spPr>
        <p:txBody>
          <a:bodyPr anchor="b">
            <a:normAutofit/>
          </a:bodyPr>
          <a:lstStyle>
            <a:lvl1pPr>
              <a:defRPr sz="6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9D501F6-8430-4758-8636-74D68E990EC3}"/>
              </a:ext>
            </a:extLst>
          </p:cNvPr>
          <p:cNvSpPr>
            <a:spLocks noGrp="1"/>
          </p:cNvSpPr>
          <p:nvPr>
            <p:ph idx="1"/>
          </p:nvPr>
        </p:nvSpPr>
        <p:spPr>
          <a:xfrm>
            <a:off x="5303520" y="548640"/>
            <a:ext cx="6053328" cy="5431536"/>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E79DC39-A29C-494C-98B6-999746C5F38A}"/>
              </a:ext>
            </a:extLst>
          </p:cNvPr>
          <p:cNvSpPr>
            <a:spLocks noGrp="1"/>
          </p:cNvSpPr>
          <p:nvPr>
            <p:ph type="body" sz="half" idx="2"/>
          </p:nvPr>
        </p:nvSpPr>
        <p:spPr>
          <a:xfrm>
            <a:off x="839788" y="3977640"/>
            <a:ext cx="3932237" cy="2002536"/>
          </a:xfrm>
        </p:spPr>
        <p:txBody>
          <a:bodyPr>
            <a:normAutofit/>
          </a:bodyPr>
          <a:lstStyle>
            <a:lvl1pPr marL="0" indent="0">
              <a:buNone/>
              <a:defRPr sz="32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2584C988-A6DB-469A-B8AA-31866F36E83D}"/>
              </a:ext>
            </a:extLst>
          </p:cNvPr>
          <p:cNvSpPr>
            <a:spLocks noGrp="1"/>
          </p:cNvSpPr>
          <p:nvPr>
            <p:ph type="dt" sz="half" idx="10"/>
          </p:nvPr>
        </p:nvSpPr>
        <p:spPr/>
        <p:txBody>
          <a:bodyPr/>
          <a:lstStyle/>
          <a:p>
            <a:fld id="{72345051-2045-45DA-935E-2E3CA1A69ADC}" type="datetimeFigureOut">
              <a:rPr lang="en-US" smtClean="0"/>
              <a:t>11/17/2024</a:t>
            </a:fld>
            <a:endParaRPr lang="en-US"/>
          </a:p>
        </p:txBody>
      </p:sp>
      <p:sp>
        <p:nvSpPr>
          <p:cNvPr id="6" name="Footer Placeholder 5">
            <a:extLst>
              <a:ext uri="{FF2B5EF4-FFF2-40B4-BE49-F238E27FC236}">
                <a16:creationId xmlns:a16="http://schemas.microsoft.com/office/drawing/2014/main" id="{02BC39C3-81EB-4828-9AD3-2F1FAC521E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59376C-9810-49A5-BC9A-4E6A02175273}"/>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B9F96F3A-E64D-4401-B02C-BCD5CAA97CFF}"/>
              </a:ext>
            </a:extLst>
          </p:cNvPr>
          <p:cNvSpPr/>
          <p:nvPr/>
        </p:nvSpPr>
        <p:spPr>
          <a:xfrm rot="5400000">
            <a:off x="2797492"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466098555"/>
      </p:ext>
    </p:extLst>
  </p:cSld>
  <p:clrMapOvr>
    <a:masterClrMapping/>
  </p:clrMapOvr>
  <p:transition spd="slow">
    <p:randomBa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37704-80BD-41B0-8395-41618EC3AFBC}"/>
              </a:ext>
            </a:extLst>
          </p:cNvPr>
          <p:cNvSpPr>
            <a:spLocks noGrp="1"/>
          </p:cNvSpPr>
          <p:nvPr>
            <p:ph type="title"/>
          </p:nvPr>
        </p:nvSpPr>
        <p:spPr>
          <a:xfrm>
            <a:off x="839788" y="457200"/>
            <a:ext cx="3931920" cy="3429000"/>
          </a:xfrm>
        </p:spPr>
        <p:txBody>
          <a:bodyPr anchor="b">
            <a:normAutofit/>
          </a:bodyPr>
          <a:lstStyle>
            <a:lvl1pPr>
              <a:defRPr sz="6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14DA4032-EC66-4974-BD30-898B60E4B562}"/>
              </a:ext>
            </a:extLst>
          </p:cNvPr>
          <p:cNvSpPr>
            <a:spLocks noGrp="1"/>
          </p:cNvSpPr>
          <p:nvPr>
            <p:ph type="pic" idx="1"/>
          </p:nvPr>
        </p:nvSpPr>
        <p:spPr>
          <a:xfrm>
            <a:off x="5303520" y="548640"/>
            <a:ext cx="6053328" cy="5431536"/>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21802D0-5574-4631-BA49-92362F8E40DC}"/>
              </a:ext>
            </a:extLst>
          </p:cNvPr>
          <p:cNvSpPr>
            <a:spLocks noGrp="1"/>
          </p:cNvSpPr>
          <p:nvPr>
            <p:ph type="body" sz="half" idx="2"/>
          </p:nvPr>
        </p:nvSpPr>
        <p:spPr>
          <a:xfrm>
            <a:off x="839788" y="3977640"/>
            <a:ext cx="3931920" cy="2002536"/>
          </a:xfrm>
        </p:spPr>
        <p:txBody>
          <a:bodyPr>
            <a:normAutofit/>
          </a:bodyPr>
          <a:lstStyle>
            <a:lvl1pPr marL="0" indent="0">
              <a:buNone/>
              <a:defRPr sz="32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62C2F5B-DDDD-4E64-94A9-99E46F4B06A0}"/>
              </a:ext>
            </a:extLst>
          </p:cNvPr>
          <p:cNvSpPr>
            <a:spLocks noGrp="1"/>
          </p:cNvSpPr>
          <p:nvPr>
            <p:ph type="dt" sz="half" idx="10"/>
          </p:nvPr>
        </p:nvSpPr>
        <p:spPr/>
        <p:txBody>
          <a:bodyPr/>
          <a:lstStyle/>
          <a:p>
            <a:fld id="{72345051-2045-45DA-935E-2E3CA1A69ADC}" type="datetimeFigureOut">
              <a:rPr lang="en-US" smtClean="0"/>
              <a:t>11/17/2024</a:t>
            </a:fld>
            <a:endParaRPr lang="en-US"/>
          </a:p>
        </p:txBody>
      </p:sp>
      <p:sp>
        <p:nvSpPr>
          <p:cNvPr id="6" name="Footer Placeholder 5">
            <a:extLst>
              <a:ext uri="{FF2B5EF4-FFF2-40B4-BE49-F238E27FC236}">
                <a16:creationId xmlns:a16="http://schemas.microsoft.com/office/drawing/2014/main" id="{D4FA8D36-8865-48E7-8249-ED729A5F7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0F98C3-0B62-4361-8408-A01F70807CDB}"/>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FE511AB6-FEAF-4549-BA88-0764BD10B63D}"/>
              </a:ext>
            </a:extLst>
          </p:cNvPr>
          <p:cNvSpPr/>
          <p:nvPr/>
        </p:nvSpPr>
        <p:spPr>
          <a:xfrm rot="5400000">
            <a:off x="2798064"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049846814"/>
      </p:ext>
    </p:extLst>
  </p:cSld>
  <p:clrMapOvr>
    <a:masterClrMapping/>
  </p:clrMapOvr>
  <p:transition spd="slow">
    <p:randomBa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7CF8D-FF51-4FD8-B968-A2C8507347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61A953-02EA-491B-A215-AF8420D74D3A}"/>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4084D1E-BC98-44E4-8D2C-89CCDC293331}"/>
              </a:ext>
            </a:extLst>
          </p:cNvPr>
          <p:cNvSpPr>
            <a:spLocks noGrp="1"/>
          </p:cNvSpPr>
          <p:nvPr>
            <p:ph type="dt" sz="half" idx="10"/>
          </p:nvPr>
        </p:nvSpPr>
        <p:spPr/>
        <p:txBody>
          <a:bodyPr/>
          <a:lstStyle/>
          <a:p>
            <a:fld id="{72345051-2045-45DA-935E-2E3CA1A69ADC}" type="datetimeFigureOut">
              <a:rPr lang="en-US" smtClean="0"/>
              <a:t>11/17/2024</a:t>
            </a:fld>
            <a:endParaRPr lang="en-US"/>
          </a:p>
        </p:txBody>
      </p:sp>
      <p:sp>
        <p:nvSpPr>
          <p:cNvPr id="5" name="Footer Placeholder 4">
            <a:extLst>
              <a:ext uri="{FF2B5EF4-FFF2-40B4-BE49-F238E27FC236}">
                <a16:creationId xmlns:a16="http://schemas.microsoft.com/office/drawing/2014/main" id="{513019EB-9C2B-4833-B72A-1476941597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F6E764-5688-45F5-94ED-A7357D2F568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2190792006"/>
      </p:ext>
    </p:extLst>
  </p:cSld>
  <p:clrMapOvr>
    <a:masterClrMapping/>
  </p:clrMapOvr>
  <p:transition spd="slow">
    <p:randomBa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0E3CB6-3025-40BF-A04B-A7B0CB4C01F3}"/>
              </a:ext>
            </a:extLst>
          </p:cNvPr>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DD5CB3-8B24-48C7-89D3-8DCAD36A453D}"/>
              </a:ext>
            </a:extLst>
          </p:cNvPr>
          <p:cNvSpPr>
            <a:spLocks noGrp="1"/>
          </p:cNvSpPr>
          <p:nvPr>
            <p:ph type="body" orient="vert" idx="1"/>
          </p:nvPr>
        </p:nvSpPr>
        <p:spPr>
          <a:xfrm>
            <a:off x="838201"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50BC931-E2BF-4C1D-91AA-89F82F8268B2}"/>
              </a:ext>
            </a:extLst>
          </p:cNvPr>
          <p:cNvSpPr>
            <a:spLocks noGrp="1"/>
          </p:cNvSpPr>
          <p:nvPr>
            <p:ph type="dt" sz="half" idx="10"/>
          </p:nvPr>
        </p:nvSpPr>
        <p:spPr/>
        <p:txBody>
          <a:bodyPr/>
          <a:lstStyle/>
          <a:p>
            <a:fld id="{72345051-2045-45DA-935E-2E3CA1A69ADC}" type="datetimeFigureOut">
              <a:rPr lang="en-US" smtClean="0"/>
              <a:t>11/17/2024</a:t>
            </a:fld>
            <a:endParaRPr lang="en-US"/>
          </a:p>
        </p:txBody>
      </p:sp>
      <p:sp>
        <p:nvSpPr>
          <p:cNvPr id="5" name="Footer Placeholder 4">
            <a:extLst>
              <a:ext uri="{FF2B5EF4-FFF2-40B4-BE49-F238E27FC236}">
                <a16:creationId xmlns:a16="http://schemas.microsoft.com/office/drawing/2014/main" id="{7548A135-AEE9-4483-957E-3D143318DD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8DEFD4-A052-46B3-B2AE-F3091D8A2F7B}"/>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3803745790"/>
      </p:ext>
    </p:extLst>
  </p:cSld>
  <p:clrMapOvr>
    <a:masterClrMapping/>
  </p:clrMapOvr>
  <p:transition spd="slow">
    <p:randomBa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72D13B-FFCB-4650-AD3C-CB503735257E}"/>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D0CA9470-DF15-46A1-BF0E-8A5367A4B0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63047CB-E94D-482F-BACA-681E96C0EC2F}"/>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72345051-2045-45DA-935E-2E3CA1A69ADC}" type="datetimeFigureOut">
              <a:rPr lang="en-US" smtClean="0"/>
              <a:t>11/17/2024</a:t>
            </a:fld>
            <a:endParaRPr lang="en-US" dirty="0"/>
          </a:p>
        </p:txBody>
      </p:sp>
      <p:sp>
        <p:nvSpPr>
          <p:cNvPr id="5" name="Footer Placeholder 4">
            <a:extLst>
              <a:ext uri="{FF2B5EF4-FFF2-40B4-BE49-F238E27FC236}">
                <a16:creationId xmlns:a16="http://schemas.microsoft.com/office/drawing/2014/main" id="{2CFDA4B5-E797-42FC-8B7A-2294DF24A3D9}"/>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78ED201-6D0E-422C-B4EC-566A3DC2980E}"/>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A7CD31F4-64FA-4BA0-9498-67783267A8C8}" type="slidenum">
              <a:rPr lang="en-US" smtClean="0"/>
              <a:t>‹#›</a:t>
            </a:fld>
            <a:endParaRPr lang="en-US" dirty="0"/>
          </a:p>
        </p:txBody>
      </p:sp>
    </p:spTree>
    <p:extLst>
      <p:ext uri="{BB962C8B-B14F-4D97-AF65-F5344CB8AC3E}">
        <p14:creationId xmlns:p14="http://schemas.microsoft.com/office/powerpoint/2010/main" val="2004954036"/>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transition spd="slow">
    <p:randomBar/>
  </p:transition>
  <p:txStyles>
    <p:titleStyle>
      <a:lvl1pPr algn="l" defTabSz="914377" rtl="0" eaLnBrk="1" latinLnBrk="0" hangingPunct="1">
        <a:lnSpc>
          <a:spcPct val="100000"/>
        </a:lnSpc>
        <a:spcBef>
          <a:spcPct val="0"/>
        </a:spcBef>
        <a:buNone/>
        <a:defRPr sz="4800" kern="1200">
          <a:solidFill>
            <a:schemeClr val="tx1"/>
          </a:solidFill>
          <a:latin typeface="+mj-lt"/>
          <a:ea typeface="+mj-ea"/>
          <a:cs typeface="+mj-cs"/>
        </a:defRPr>
      </a:lvl1pPr>
    </p:titleStyle>
    <p:bodyStyle>
      <a:lvl1pPr marL="228594" indent="-228594" algn="l" defTabSz="914377" rtl="0" eaLnBrk="1" latinLnBrk="0" hangingPunct="1">
        <a:lnSpc>
          <a:spcPct val="11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783" indent="-228594" algn="l" defTabSz="914377" rtl="0" eaLnBrk="1" latinLnBrk="0" hangingPunct="1">
        <a:lnSpc>
          <a:spcPct val="110000"/>
        </a:lnSpc>
        <a:spcBef>
          <a:spcPts val="500"/>
        </a:spcBef>
        <a:buFont typeface="Arial" panose="020B0604020202020204" pitchFamily="34" charset="0"/>
        <a:buChar char="•"/>
        <a:defRPr sz="2800" kern="1200">
          <a:solidFill>
            <a:schemeClr val="tx1"/>
          </a:solidFill>
          <a:latin typeface="+mn-lt"/>
          <a:ea typeface="+mn-ea"/>
          <a:cs typeface="+mn-cs"/>
        </a:defRPr>
      </a:lvl2pPr>
      <a:lvl3pPr marL="1142971" indent="-228594" algn="l" defTabSz="914377"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160" indent="-228594" algn="l" defTabSz="914377"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349" indent="-228594" algn="l" defTabSz="914377"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72CBAB-5248-8542-D67C-7EE0BB8BC1C0}"/>
              </a:ext>
            </a:extLst>
          </p:cNvPr>
          <p:cNvSpPr>
            <a:spLocks noGrp="1"/>
          </p:cNvSpPr>
          <p:nvPr>
            <p:ph type="ctrTitle"/>
          </p:nvPr>
        </p:nvSpPr>
        <p:spPr>
          <a:xfrm>
            <a:off x="838200" y="451382"/>
            <a:ext cx="10765536" cy="4066540"/>
          </a:xfrm>
        </p:spPr>
        <p:txBody>
          <a:bodyPr anchor="b">
            <a:normAutofit/>
          </a:bodyPr>
          <a:lstStyle/>
          <a:p>
            <a:pPr>
              <a:lnSpc>
                <a:spcPct val="90000"/>
              </a:lnSpc>
            </a:pPr>
            <a:r>
              <a:rPr lang="en-US" sz="3600" dirty="0"/>
              <a:t>Onboarding Experience Optimization &amp; Skill-Based Internal Job Matching</a:t>
            </a:r>
            <a:br>
              <a:rPr lang="en-US" sz="3600" dirty="0"/>
            </a:br>
            <a:br>
              <a:rPr lang="en-US" sz="3600" dirty="0"/>
            </a:br>
            <a:endParaRPr lang="en-US" sz="3600" dirty="0"/>
          </a:p>
        </p:txBody>
      </p:sp>
      <p:sp>
        <p:nvSpPr>
          <p:cNvPr id="10" name="Rectangle 6">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rgbClr val="4D8BC3"/>
          </a:solidFill>
          <a:ln w="38100" cap="rnd">
            <a:solidFill>
              <a:srgbClr val="4D8BC3"/>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3055845"/>
      </p:ext>
    </p:extLst>
  </p:cSld>
  <p:clrMapOvr>
    <a:masterClrMapping/>
  </p:clrMapOvr>
  <p:transition spd="slow">
    <p:randomBa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EBDD1931-9E86-4402-9A68-33A2D9EFB1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30" name="Rectangle 29">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rgbClr val="4D8BC3"/>
          </a:solidFill>
          <a:ln w="12700" cap="flat">
            <a:noFill/>
            <a:prstDash val="solid"/>
            <a:miter/>
          </a:ln>
        </p:spPr>
        <p:txBody>
          <a:bodyPr wrap="square" rtlCol="0" anchor="ctr">
            <a:noAutofit/>
          </a:bodyPr>
          <a:lstStyle/>
          <a:p>
            <a:endParaRPr lang="en-US"/>
          </a:p>
        </p:txBody>
      </p:sp>
      <p:sp>
        <p:nvSpPr>
          <p:cNvPr id="5" name="TextBox 4">
            <a:extLst>
              <a:ext uri="{FF2B5EF4-FFF2-40B4-BE49-F238E27FC236}">
                <a16:creationId xmlns:a16="http://schemas.microsoft.com/office/drawing/2014/main" id="{8150FC9B-4843-07CB-AAF8-9CC1EAEAB3CF}"/>
              </a:ext>
            </a:extLst>
          </p:cNvPr>
          <p:cNvSpPr txBox="1"/>
          <p:nvPr/>
        </p:nvSpPr>
        <p:spPr>
          <a:xfrm>
            <a:off x="5836920" y="521759"/>
            <a:ext cx="6169152" cy="3419231"/>
          </a:xfrm>
          <a:prstGeom prst="rect">
            <a:avLst/>
          </a:prstGeom>
        </p:spPr>
        <p:txBody>
          <a:bodyPr vert="horz" lIns="91440" tIns="45720" rIns="91440" bIns="45720" rtlCol="0">
            <a:normAutofit fontScale="92500" lnSpcReduction="10000"/>
          </a:bodyPr>
          <a:lstStyle/>
          <a:p>
            <a:pPr indent="-228594">
              <a:lnSpc>
                <a:spcPct val="150000"/>
              </a:lnSpc>
              <a:spcAft>
                <a:spcPts val="600"/>
              </a:spcAft>
              <a:buFont typeface="Arial" panose="020B0604020202020204" pitchFamily="34" charset="0"/>
              <a:buChar char="•"/>
            </a:pPr>
            <a:endParaRPr lang="en-US" sz="1050" dirty="0">
              <a:latin typeface="ADLaM Display" panose="02010000000000000000" pitchFamily="2" charset="0"/>
              <a:ea typeface="ADLaM Display" panose="02010000000000000000" pitchFamily="2" charset="0"/>
              <a:cs typeface="ADLaM Display" panose="02010000000000000000" pitchFamily="2" charset="0"/>
            </a:endParaRPr>
          </a:p>
          <a:p>
            <a:pPr algn="just">
              <a:lnSpc>
                <a:spcPct val="150000"/>
              </a:lnSpc>
              <a:spcAft>
                <a:spcPts val="600"/>
              </a:spcAft>
            </a:pPr>
            <a:r>
              <a:rPr lang="en-US" sz="1050" b="1" dirty="0">
                <a:latin typeface="ADLaM Display" panose="02010000000000000000" pitchFamily="2" charset="0"/>
                <a:ea typeface="ADLaM Display" panose="02010000000000000000" pitchFamily="2" charset="0"/>
                <a:cs typeface="ADLaM Display" panose="02010000000000000000" pitchFamily="2" charset="0"/>
              </a:rPr>
              <a:t>Problem Statement:</a:t>
            </a:r>
          </a:p>
          <a:p>
            <a:pPr indent="-228594" algn="just">
              <a:lnSpc>
                <a:spcPct val="150000"/>
              </a:lnSpc>
              <a:spcAft>
                <a:spcPts val="600"/>
              </a:spcAft>
              <a:buFont typeface="Arial" panose="020B0604020202020204" pitchFamily="34" charset="0"/>
              <a:buChar char="•"/>
            </a:pPr>
            <a:r>
              <a:rPr lang="en-US" sz="1050" dirty="0">
                <a:latin typeface="ADLaM Display" panose="02010000000000000000" pitchFamily="2" charset="0"/>
                <a:ea typeface="ADLaM Display" panose="02010000000000000000" pitchFamily="2" charset="0"/>
                <a:cs typeface="ADLaM Display" panose="02010000000000000000" pitchFamily="2" charset="0"/>
              </a:rPr>
              <a:t> Organizations face challenges in engaging and retaining employees due to inefficient onboarding processes and difficulty identifying skills gaps. New hires often experience delays, inconsistent training, and poor cultural integration, leading to disengagement and turnover.</a:t>
            </a:r>
          </a:p>
          <a:p>
            <a:pPr indent="-228594" algn="just">
              <a:lnSpc>
                <a:spcPct val="150000"/>
              </a:lnSpc>
              <a:spcAft>
                <a:spcPts val="600"/>
              </a:spcAft>
              <a:buFont typeface="Arial" panose="020B0604020202020204" pitchFamily="34" charset="0"/>
              <a:buChar char="•"/>
            </a:pPr>
            <a:endParaRPr lang="en-US" sz="1050" dirty="0">
              <a:latin typeface="ADLaM Display" panose="02010000000000000000" pitchFamily="2" charset="0"/>
              <a:ea typeface="ADLaM Display" panose="02010000000000000000" pitchFamily="2" charset="0"/>
              <a:cs typeface="ADLaM Display" panose="02010000000000000000" pitchFamily="2" charset="0"/>
            </a:endParaRPr>
          </a:p>
          <a:p>
            <a:pPr algn="just">
              <a:lnSpc>
                <a:spcPct val="150000"/>
              </a:lnSpc>
              <a:spcAft>
                <a:spcPts val="600"/>
              </a:spcAft>
            </a:pPr>
            <a:r>
              <a:rPr lang="en-US" sz="1050" b="1" dirty="0">
                <a:latin typeface="ADLaM Display" panose="02010000000000000000" pitchFamily="2" charset="0"/>
                <a:ea typeface="ADLaM Display" panose="02010000000000000000" pitchFamily="2" charset="0"/>
                <a:cs typeface="ADLaM Display" panose="02010000000000000000" pitchFamily="2" charset="0"/>
              </a:rPr>
              <a:t>Proposed Solution:</a:t>
            </a:r>
            <a:endParaRPr lang="en-US" sz="1050" dirty="0">
              <a:latin typeface="ADLaM Display" panose="02010000000000000000" pitchFamily="2" charset="0"/>
              <a:ea typeface="ADLaM Display" panose="02010000000000000000" pitchFamily="2" charset="0"/>
              <a:cs typeface="ADLaM Display" panose="02010000000000000000" pitchFamily="2" charset="0"/>
            </a:endParaRPr>
          </a:p>
          <a:p>
            <a:pPr algn="just">
              <a:lnSpc>
                <a:spcPct val="150000"/>
              </a:lnSpc>
              <a:spcAft>
                <a:spcPts val="600"/>
              </a:spcAft>
            </a:pPr>
            <a:r>
              <a:rPr lang="en-US" sz="1050" b="1" dirty="0">
                <a:latin typeface="ADLaM Display" panose="02010000000000000000" pitchFamily="2" charset="0"/>
                <a:ea typeface="ADLaM Display" panose="02010000000000000000" pitchFamily="2" charset="0"/>
                <a:cs typeface="ADLaM Display" panose="02010000000000000000" pitchFamily="2" charset="0"/>
              </a:rPr>
              <a:t>Real-Time Tracking System:</a:t>
            </a:r>
          </a:p>
          <a:p>
            <a:pPr indent="-228594" algn="just">
              <a:lnSpc>
                <a:spcPct val="150000"/>
              </a:lnSpc>
              <a:spcAft>
                <a:spcPts val="600"/>
              </a:spcAft>
              <a:buFont typeface="Arial" panose="020B0604020202020204" pitchFamily="34" charset="0"/>
              <a:buChar char="•"/>
            </a:pPr>
            <a:r>
              <a:rPr lang="en-US" sz="1050" dirty="0">
                <a:latin typeface="ADLaM Display" panose="02010000000000000000" pitchFamily="2" charset="0"/>
                <a:ea typeface="ADLaM Display" panose="02010000000000000000" pitchFamily="2" charset="0"/>
                <a:cs typeface="ADLaM Display" panose="02010000000000000000" pitchFamily="2" charset="0"/>
              </a:rPr>
              <a:t>Monitor onboarding progress and satisfaction, using feedback to enhance training and support.</a:t>
            </a:r>
          </a:p>
          <a:p>
            <a:pPr algn="just">
              <a:lnSpc>
                <a:spcPct val="150000"/>
              </a:lnSpc>
              <a:spcAft>
                <a:spcPts val="600"/>
              </a:spcAft>
            </a:pPr>
            <a:r>
              <a:rPr lang="en-US" sz="1050" b="1" dirty="0">
                <a:latin typeface="ADLaM Display" panose="02010000000000000000" pitchFamily="2" charset="0"/>
                <a:ea typeface="ADLaM Display" panose="02010000000000000000" pitchFamily="2" charset="0"/>
                <a:cs typeface="ADLaM Display" panose="02010000000000000000" pitchFamily="2" charset="0"/>
              </a:rPr>
              <a:t>Skills Gap Identification Model:</a:t>
            </a:r>
            <a:r>
              <a:rPr lang="en-US" sz="1050" dirty="0">
                <a:latin typeface="ADLaM Display" panose="02010000000000000000" pitchFamily="2" charset="0"/>
                <a:ea typeface="ADLaM Display" panose="02010000000000000000" pitchFamily="2" charset="0"/>
                <a:cs typeface="ADLaM Display" panose="02010000000000000000" pitchFamily="2" charset="0"/>
              </a:rPr>
              <a:t> Develop a model to pinpoint skills gaps based on job descriptions and employee skills, recommending personalized training paths.</a:t>
            </a:r>
            <a:br>
              <a:rPr lang="en-US" sz="1050" dirty="0">
                <a:latin typeface="ADLaM Display" panose="02010000000000000000" pitchFamily="2" charset="0"/>
                <a:ea typeface="ADLaM Display" panose="02010000000000000000" pitchFamily="2" charset="0"/>
                <a:cs typeface="ADLaM Display" panose="02010000000000000000" pitchFamily="2" charset="0"/>
              </a:rPr>
            </a:br>
            <a:endParaRPr lang="en-US" sz="1050"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13" name="Rectangle 3">
            <a:extLst>
              <a:ext uri="{FF2B5EF4-FFF2-40B4-BE49-F238E27FC236}">
                <a16:creationId xmlns:a16="http://schemas.microsoft.com/office/drawing/2014/main" id="{F03D2535-C326-9D93-ED84-73914FE18A43}"/>
              </a:ext>
            </a:extLst>
          </p:cNvPr>
          <p:cNvSpPr>
            <a:spLocks noChangeArrowheads="1"/>
          </p:cNvSpPr>
          <p:nvPr/>
        </p:nvSpPr>
        <p:spPr bwMode="auto">
          <a:xfrm>
            <a:off x="5760720" y="3940990"/>
            <a:ext cx="6245352" cy="2504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377" eaLnBrk="0" fontAlgn="base" hangingPunct="0">
              <a:lnSpc>
                <a:spcPct val="150000"/>
              </a:lnSpc>
              <a:spcBef>
                <a:spcPct val="0"/>
              </a:spcBef>
              <a:spcAft>
                <a:spcPts val="600"/>
              </a:spcAft>
              <a:buFontTx/>
              <a:buChar char="•"/>
            </a:pPr>
            <a:r>
              <a:rPr lang="en-US" altLang="en-US" sz="1200" b="1" dirty="0" err="1">
                <a:latin typeface="Abadi" panose="020B0604020104020204" pitchFamily="34" charset="0"/>
              </a:rPr>
              <a:t>JobSatisfactionScore</a:t>
            </a:r>
            <a:r>
              <a:rPr lang="en-US" altLang="en-US" sz="1200" dirty="0">
                <a:latin typeface="Abadi" panose="020B0604020104020204" pitchFamily="34" charset="0"/>
              </a:rPr>
              <a:t>: Measures employees' satisfaction levels, indicating how effectively the onboarding process and job roles meet their expectations.</a:t>
            </a:r>
          </a:p>
          <a:p>
            <a:pPr algn="just" defTabSz="914377" eaLnBrk="0" fontAlgn="base" hangingPunct="0">
              <a:lnSpc>
                <a:spcPct val="150000"/>
              </a:lnSpc>
              <a:spcBef>
                <a:spcPct val="0"/>
              </a:spcBef>
              <a:spcAft>
                <a:spcPts val="600"/>
              </a:spcAft>
              <a:buFontTx/>
              <a:buChar char="•"/>
            </a:pPr>
            <a:r>
              <a:rPr lang="en-US" altLang="en-US" sz="1200" b="1" dirty="0" err="1">
                <a:latin typeface="Abadi" panose="020B0604020104020204" pitchFamily="34" charset="0"/>
              </a:rPr>
              <a:t>SkillsGap</a:t>
            </a:r>
            <a:r>
              <a:rPr lang="en-US" altLang="en-US" sz="1200" dirty="0">
                <a:latin typeface="Abadi" panose="020B0604020104020204" pitchFamily="34" charset="0"/>
              </a:rPr>
              <a:t>: Represents the difference between required and current skills, helping identify training needs for employees to reach their potential.</a:t>
            </a:r>
          </a:p>
          <a:p>
            <a:pPr algn="just" defTabSz="914377" eaLnBrk="0" fontAlgn="base" hangingPunct="0">
              <a:lnSpc>
                <a:spcPct val="150000"/>
              </a:lnSpc>
              <a:spcBef>
                <a:spcPct val="0"/>
              </a:spcBef>
              <a:spcAft>
                <a:spcPts val="600"/>
              </a:spcAft>
              <a:buFontTx/>
              <a:buChar char="•"/>
            </a:pPr>
            <a:r>
              <a:rPr lang="en-US" altLang="en-US" sz="1200" b="1" dirty="0" err="1">
                <a:latin typeface="Abadi" panose="020B0604020104020204" pitchFamily="34" charset="0"/>
              </a:rPr>
              <a:t>TrainingEffectiveness</a:t>
            </a:r>
            <a:r>
              <a:rPr lang="en-US" altLang="en-US" sz="1200" dirty="0">
                <a:latin typeface="Abadi" panose="020B0604020104020204" pitchFamily="34" charset="0"/>
              </a:rPr>
              <a:t>: Assesses how well training programs equip employees with necessary skills, giving insights into the quality and relevance of training modules.</a:t>
            </a:r>
          </a:p>
          <a:p>
            <a:pPr algn="just" defTabSz="914377" eaLnBrk="0" fontAlgn="base" hangingPunct="0">
              <a:lnSpc>
                <a:spcPct val="150000"/>
              </a:lnSpc>
              <a:spcBef>
                <a:spcPct val="0"/>
              </a:spcBef>
              <a:spcAft>
                <a:spcPts val="600"/>
              </a:spcAft>
              <a:buFontTx/>
              <a:buChar char="•"/>
            </a:pPr>
            <a:r>
              <a:rPr lang="en-US" altLang="en-US" sz="1200" b="1" dirty="0" err="1">
                <a:latin typeface="Abadi" panose="020B0604020104020204" pitchFamily="34" charset="0"/>
              </a:rPr>
              <a:t>CareerProgression</a:t>
            </a:r>
            <a:r>
              <a:rPr lang="en-US" altLang="en-US" sz="1200" dirty="0">
                <a:latin typeface="Abadi" panose="020B0604020104020204" pitchFamily="34" charset="0"/>
              </a:rPr>
              <a:t>: Tracks employees' growth within the organization, allowing you to study how onboarding and development impact career mobility.</a:t>
            </a:r>
          </a:p>
        </p:txBody>
      </p:sp>
      <p:pic>
        <p:nvPicPr>
          <p:cNvPr id="29" name="Picture 28">
            <a:extLst>
              <a:ext uri="{FF2B5EF4-FFF2-40B4-BE49-F238E27FC236}">
                <a16:creationId xmlns:a16="http://schemas.microsoft.com/office/drawing/2014/main" id="{F36D8CF2-24E5-A374-79F4-E71F9A594419}"/>
              </a:ext>
            </a:extLst>
          </p:cNvPr>
          <p:cNvPicPr>
            <a:picLocks noChangeAspect="1"/>
          </p:cNvPicPr>
          <p:nvPr/>
        </p:nvPicPr>
        <p:blipFill>
          <a:blip r:embed="rId2"/>
          <a:stretch>
            <a:fillRect/>
          </a:stretch>
        </p:blipFill>
        <p:spPr>
          <a:xfrm>
            <a:off x="838199" y="4702320"/>
            <a:ext cx="4733544" cy="1409897"/>
          </a:xfrm>
          <a:prstGeom prst="rect">
            <a:avLst/>
          </a:prstGeom>
        </p:spPr>
      </p:pic>
    </p:spTree>
    <p:extLst>
      <p:ext uri="{BB962C8B-B14F-4D97-AF65-F5344CB8AC3E}">
        <p14:creationId xmlns:p14="http://schemas.microsoft.com/office/powerpoint/2010/main" val="3531797669"/>
      </p:ext>
    </p:extLst>
  </p:cSld>
  <p:clrMapOvr>
    <a:masterClrMapping/>
  </p:clrMapOvr>
  <p:transition spd="slow">
    <p:randomBar/>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82B936-EE99-37F9-F09A-FF33F3A26A2E}"/>
              </a:ext>
            </a:extLst>
          </p:cNvPr>
          <p:cNvSpPr>
            <a:spLocks noGrp="1"/>
          </p:cNvSpPr>
          <p:nvPr>
            <p:ph type="title"/>
          </p:nvPr>
        </p:nvSpPr>
        <p:spPr>
          <a:xfrm>
            <a:off x="838200" y="365125"/>
            <a:ext cx="10515600" cy="1325563"/>
          </a:xfrm>
        </p:spPr>
        <p:txBody>
          <a:bodyPr>
            <a:normAutofit/>
          </a:bodyPr>
          <a:lstStyle/>
          <a:p>
            <a:pPr algn="ctr"/>
            <a:r>
              <a:rPr lang="en-US" sz="5400" dirty="0"/>
              <a:t>Agenda</a:t>
            </a:r>
          </a:p>
        </p:txBody>
      </p:sp>
      <p:graphicFrame>
        <p:nvGraphicFramePr>
          <p:cNvPr id="14" name="Content Placeholder 2">
            <a:extLst>
              <a:ext uri="{FF2B5EF4-FFF2-40B4-BE49-F238E27FC236}">
                <a16:creationId xmlns:a16="http://schemas.microsoft.com/office/drawing/2014/main" id="{A25CD7D0-037F-3FAE-5F95-88480F21965C}"/>
              </a:ext>
            </a:extLst>
          </p:cNvPr>
          <p:cNvGraphicFramePr>
            <a:graphicFrameLocks noGrp="1"/>
          </p:cNvGraphicFramePr>
          <p:nvPr>
            <p:ph idx="1"/>
            <p:extLst>
              <p:ext uri="{D42A27DB-BD31-4B8C-83A1-F6EECF244321}">
                <p14:modId xmlns:p14="http://schemas.microsoft.com/office/powerpoint/2010/main" val="2209253422"/>
              </p:ext>
            </p:extLst>
          </p:nvPr>
        </p:nvGraphicFramePr>
        <p:xfrm>
          <a:off x="838200" y="1928813"/>
          <a:ext cx="10515600" cy="4252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667879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C781CEF-912C-131B-452D-E8D1A18BEC86}"/>
              </a:ext>
            </a:extLst>
          </p:cNvPr>
          <p:cNvSpPr txBox="1"/>
          <p:nvPr/>
        </p:nvSpPr>
        <p:spPr>
          <a:xfrm>
            <a:off x="363514" y="274322"/>
            <a:ext cx="9676599" cy="6442789"/>
          </a:xfrm>
          <a:prstGeom prst="rect">
            <a:avLst/>
          </a:prstGeom>
          <a:noFill/>
        </p:spPr>
        <p:txBody>
          <a:bodyPr wrap="square">
            <a:spAutoFit/>
          </a:bodyPr>
          <a:lstStyle/>
          <a:p>
            <a:pPr>
              <a:spcBef>
                <a:spcPts val="375"/>
              </a:spcBef>
              <a:spcAft>
                <a:spcPts val="375"/>
              </a:spcAft>
            </a:pPr>
            <a:r>
              <a:rPr lang="en-US" sz="1200" b="1" dirty="0">
                <a:latin typeface="Abadi" panose="020B0604020104020204" pitchFamily="34" charset="0"/>
              </a:rPr>
              <a:t>Phase 2: Descriptive Analytics and Initial Model Development (Weeks 3-4)</a:t>
            </a:r>
          </a:p>
          <a:p>
            <a:pPr>
              <a:spcBef>
                <a:spcPts val="751"/>
              </a:spcBef>
              <a:spcAft>
                <a:spcPts val="751"/>
              </a:spcAft>
              <a:buFont typeface="Arial" panose="020B0604020202020204" pitchFamily="34" charset="0"/>
              <a:buChar char="•"/>
            </a:pPr>
            <a:r>
              <a:rPr lang="en-US" sz="1200" b="1" dirty="0">
                <a:latin typeface="Abadi" panose="020B0604020104020204" pitchFamily="34" charset="0"/>
              </a:rPr>
              <a:t>Activities:</a:t>
            </a:r>
            <a:endParaRPr lang="en-US" sz="1200" dirty="0">
              <a:latin typeface="Abadi" panose="020B0604020104020204" pitchFamily="34" charset="0"/>
            </a:endParaRPr>
          </a:p>
          <a:p>
            <a:pPr marL="742932" lvl="1" indent="-285744">
              <a:spcBef>
                <a:spcPts val="751"/>
              </a:spcBef>
              <a:spcAft>
                <a:spcPts val="751"/>
              </a:spcAft>
              <a:buFont typeface="Arial" panose="020B0604020202020204" pitchFamily="34" charset="0"/>
              <a:buChar char="•"/>
            </a:pPr>
            <a:r>
              <a:rPr lang="en-US" sz="1200" dirty="0">
                <a:latin typeface="Abadi" panose="020B0604020104020204" pitchFamily="34" charset="0"/>
              </a:rPr>
              <a:t>Perform descriptive analytics to understand trends in onboarding satisfaction and identify common pain points.</a:t>
            </a:r>
          </a:p>
          <a:p>
            <a:pPr marL="742932" lvl="1" indent="-285744">
              <a:spcBef>
                <a:spcPts val="751"/>
              </a:spcBef>
              <a:spcAft>
                <a:spcPts val="751"/>
              </a:spcAft>
              <a:buFont typeface="Arial" panose="020B0604020202020204" pitchFamily="34" charset="0"/>
              <a:buChar char="•"/>
            </a:pPr>
            <a:r>
              <a:rPr lang="en-US" sz="1200" dirty="0">
                <a:latin typeface="Abadi" panose="020B0604020104020204" pitchFamily="34" charset="0"/>
              </a:rPr>
              <a:t>Develop initial models to identify skills gaps and predict role fit based on employee data.</a:t>
            </a:r>
          </a:p>
          <a:p>
            <a:pPr>
              <a:spcBef>
                <a:spcPts val="375"/>
              </a:spcBef>
              <a:spcAft>
                <a:spcPts val="375"/>
              </a:spcAft>
            </a:pPr>
            <a:r>
              <a:rPr lang="en-US" sz="1200" b="1" dirty="0">
                <a:latin typeface="Abadi" panose="020B0604020104020204" pitchFamily="34" charset="0"/>
              </a:rPr>
              <a:t>Phase 3: Build and Refine the Recommendation Engine (Weeks 5-6)</a:t>
            </a:r>
          </a:p>
          <a:p>
            <a:pPr>
              <a:spcBef>
                <a:spcPts val="751"/>
              </a:spcBef>
              <a:spcAft>
                <a:spcPts val="751"/>
              </a:spcAft>
              <a:buFont typeface="Arial" panose="020B0604020202020204" pitchFamily="34" charset="0"/>
              <a:buChar char="•"/>
            </a:pPr>
            <a:r>
              <a:rPr lang="en-US" sz="1200" b="1" dirty="0">
                <a:latin typeface="Abadi" panose="020B0604020104020204" pitchFamily="34" charset="0"/>
              </a:rPr>
              <a:t>Activities:</a:t>
            </a:r>
            <a:endParaRPr lang="en-US" sz="1200" dirty="0">
              <a:latin typeface="Abadi" panose="020B0604020104020204" pitchFamily="34" charset="0"/>
            </a:endParaRPr>
          </a:p>
          <a:p>
            <a:pPr marL="742932" lvl="1" indent="-285744">
              <a:spcBef>
                <a:spcPts val="751"/>
              </a:spcBef>
              <a:spcAft>
                <a:spcPts val="751"/>
              </a:spcAft>
              <a:buFont typeface="Arial" panose="020B0604020202020204" pitchFamily="34" charset="0"/>
              <a:buChar char="•"/>
            </a:pPr>
            <a:r>
              <a:rPr lang="en-US" sz="1200" dirty="0">
                <a:latin typeface="Abadi" panose="020B0604020104020204" pitchFamily="34" charset="0"/>
              </a:rPr>
              <a:t>Develop a recommendation engine for job matching using techniques like collaborative filtering and content-based recommendations.</a:t>
            </a:r>
          </a:p>
          <a:p>
            <a:pPr marL="742932" lvl="1" indent="-285744">
              <a:spcBef>
                <a:spcPts val="751"/>
              </a:spcBef>
              <a:spcAft>
                <a:spcPts val="751"/>
              </a:spcAft>
              <a:buFont typeface="Arial" panose="020B0604020202020204" pitchFamily="34" charset="0"/>
              <a:buChar char="•"/>
            </a:pPr>
            <a:r>
              <a:rPr lang="en-US" sz="1200" dirty="0">
                <a:latin typeface="Abadi" panose="020B0604020104020204" pitchFamily="34" charset="0"/>
              </a:rPr>
              <a:t>Refine the engine based on initial results and feedback.</a:t>
            </a:r>
          </a:p>
          <a:p>
            <a:pPr>
              <a:spcBef>
                <a:spcPts val="375"/>
              </a:spcBef>
              <a:spcAft>
                <a:spcPts val="375"/>
              </a:spcAft>
            </a:pPr>
            <a:r>
              <a:rPr lang="en-US" sz="1200" b="1" dirty="0">
                <a:latin typeface="Abadi" panose="020B0604020104020204" pitchFamily="34" charset="0"/>
              </a:rPr>
              <a:t>Phase 4: Integration and Testing (Week 7)</a:t>
            </a:r>
          </a:p>
          <a:p>
            <a:pPr>
              <a:spcBef>
                <a:spcPts val="751"/>
              </a:spcBef>
              <a:spcAft>
                <a:spcPts val="751"/>
              </a:spcAft>
              <a:buFont typeface="Arial" panose="020B0604020202020204" pitchFamily="34" charset="0"/>
              <a:buChar char="•"/>
            </a:pPr>
            <a:r>
              <a:rPr lang="en-US" sz="1200" b="1" dirty="0">
                <a:latin typeface="Abadi" panose="020B0604020104020204" pitchFamily="34" charset="0"/>
              </a:rPr>
              <a:t>Activities:</a:t>
            </a:r>
            <a:endParaRPr lang="en-US" sz="1200" dirty="0">
              <a:latin typeface="Abadi" panose="020B0604020104020204" pitchFamily="34" charset="0"/>
            </a:endParaRPr>
          </a:p>
          <a:p>
            <a:pPr marL="742932" lvl="1" indent="-285744">
              <a:spcBef>
                <a:spcPts val="751"/>
              </a:spcBef>
              <a:spcAft>
                <a:spcPts val="751"/>
              </a:spcAft>
              <a:buFont typeface="Arial" panose="020B0604020202020204" pitchFamily="34" charset="0"/>
              <a:buChar char="•"/>
            </a:pPr>
            <a:r>
              <a:rPr lang="en-US" sz="1200" dirty="0">
                <a:latin typeface="Abadi" panose="020B0604020104020204" pitchFamily="34" charset="0"/>
              </a:rPr>
              <a:t>Integrate the recommendation engine with the onboarding dashboard.</a:t>
            </a:r>
          </a:p>
          <a:p>
            <a:pPr marL="742932" lvl="1" indent="-285744">
              <a:spcBef>
                <a:spcPts val="751"/>
              </a:spcBef>
              <a:spcAft>
                <a:spcPts val="751"/>
              </a:spcAft>
              <a:buFont typeface="Arial" panose="020B0604020202020204" pitchFamily="34" charset="0"/>
              <a:buChar char="•"/>
            </a:pPr>
            <a:r>
              <a:rPr lang="en-US" sz="1200" dirty="0">
                <a:latin typeface="Abadi" panose="020B0604020104020204" pitchFamily="34" charset="0"/>
              </a:rPr>
              <a:t>Conduct testing to ensure the system works as expected.</a:t>
            </a:r>
          </a:p>
          <a:p>
            <a:pPr marL="742932" lvl="1" indent="-285744">
              <a:spcBef>
                <a:spcPts val="751"/>
              </a:spcBef>
              <a:spcAft>
                <a:spcPts val="751"/>
              </a:spcAft>
              <a:buFont typeface="Arial" panose="020B0604020202020204" pitchFamily="34" charset="0"/>
              <a:buChar char="•"/>
            </a:pPr>
            <a:r>
              <a:rPr lang="en-US" sz="1200" dirty="0">
                <a:latin typeface="Abadi" panose="020B0604020104020204" pitchFamily="34" charset="0"/>
              </a:rPr>
              <a:t>Gather feedback from HR teams and make necessary adjustments.</a:t>
            </a:r>
          </a:p>
          <a:p>
            <a:pPr>
              <a:spcBef>
                <a:spcPts val="375"/>
              </a:spcBef>
              <a:spcAft>
                <a:spcPts val="375"/>
              </a:spcAft>
            </a:pPr>
            <a:r>
              <a:rPr lang="en-US" sz="1200" b="1" dirty="0">
                <a:latin typeface="Abadi" panose="020B0604020104020204" pitchFamily="34" charset="0"/>
              </a:rPr>
              <a:t>Phase 5: Finalization and Presentation (Week 8)</a:t>
            </a:r>
          </a:p>
          <a:p>
            <a:pPr>
              <a:spcBef>
                <a:spcPts val="751"/>
              </a:spcBef>
              <a:spcAft>
                <a:spcPts val="751"/>
              </a:spcAft>
              <a:buFont typeface="Arial" panose="020B0604020202020204" pitchFamily="34" charset="0"/>
              <a:buChar char="•"/>
            </a:pPr>
            <a:r>
              <a:rPr lang="en-US" sz="1200" b="1" dirty="0">
                <a:latin typeface="Abadi" panose="020B0604020104020204" pitchFamily="34" charset="0"/>
              </a:rPr>
              <a:t>Activities:</a:t>
            </a:r>
            <a:endParaRPr lang="en-US" sz="1200" dirty="0">
              <a:latin typeface="Abadi" panose="020B0604020104020204" pitchFamily="34" charset="0"/>
            </a:endParaRPr>
          </a:p>
          <a:p>
            <a:pPr marL="742932" lvl="1" indent="-285744">
              <a:spcBef>
                <a:spcPts val="751"/>
              </a:spcBef>
              <a:spcAft>
                <a:spcPts val="751"/>
              </a:spcAft>
              <a:buFont typeface="Arial" panose="020B0604020202020204" pitchFamily="34" charset="0"/>
              <a:buChar char="•"/>
            </a:pPr>
            <a:r>
              <a:rPr lang="en-US" sz="1200" dirty="0">
                <a:latin typeface="Abadi" panose="020B0604020104020204" pitchFamily="34" charset="0"/>
              </a:rPr>
              <a:t>Finalize the dashboard and recommendation engine based on testing and feedback.</a:t>
            </a:r>
          </a:p>
          <a:p>
            <a:pPr marL="742932" lvl="1" indent="-285744">
              <a:spcBef>
                <a:spcPts val="751"/>
              </a:spcBef>
              <a:spcAft>
                <a:spcPts val="751"/>
              </a:spcAft>
              <a:buFont typeface="Arial" panose="020B0604020202020204" pitchFamily="34" charset="0"/>
              <a:buChar char="•"/>
            </a:pPr>
            <a:r>
              <a:rPr lang="en-US" sz="1200" dirty="0">
                <a:latin typeface="Abadi" panose="020B0604020104020204" pitchFamily="34" charset="0"/>
              </a:rPr>
              <a:t>Prepare a presentation to showcase the final outcomes, insights, and recommendations.</a:t>
            </a:r>
          </a:p>
          <a:p>
            <a:pPr algn="l"/>
            <a:r>
              <a:rPr lang="en-US" sz="1200" b="1" dirty="0">
                <a:latin typeface="Abadi" panose="020B0604020104020204" pitchFamily="34" charset="0"/>
              </a:rPr>
              <a:t>Conclusion</a:t>
            </a:r>
          </a:p>
        </p:txBody>
      </p:sp>
    </p:spTree>
    <p:extLst>
      <p:ext uri="{BB962C8B-B14F-4D97-AF65-F5344CB8AC3E}">
        <p14:creationId xmlns:p14="http://schemas.microsoft.com/office/powerpoint/2010/main" val="25265356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848AC-D9ED-3C47-4A55-2FB1C7785D5B}"/>
              </a:ext>
            </a:extLst>
          </p:cNvPr>
          <p:cNvSpPr>
            <a:spLocks noGrp="1"/>
          </p:cNvSpPr>
          <p:nvPr>
            <p:ph type="title"/>
          </p:nvPr>
        </p:nvSpPr>
        <p:spPr>
          <a:xfrm>
            <a:off x="838200" y="365125"/>
            <a:ext cx="10515600" cy="1143635"/>
          </a:xfrm>
        </p:spPr>
        <p:txBody>
          <a:bodyPr>
            <a:normAutofit fontScale="90000"/>
          </a:bodyPr>
          <a:lstStyle/>
          <a:p>
            <a:r>
              <a:rPr lang="en-US" dirty="0">
                <a:latin typeface="ADLaM Display" panose="020F0502020204030204" pitchFamily="2" charset="0"/>
                <a:ea typeface="ADLaM Display" panose="020F0502020204030204" pitchFamily="2" charset="0"/>
                <a:cs typeface="ADLaM Display" panose="020F0502020204030204" pitchFamily="2" charset="0"/>
              </a:rPr>
              <a:t>Random Forest Classification Report:</a:t>
            </a:r>
          </a:p>
        </p:txBody>
      </p:sp>
      <p:sp>
        <p:nvSpPr>
          <p:cNvPr id="7" name="Content Placeholder 6">
            <a:extLst>
              <a:ext uri="{FF2B5EF4-FFF2-40B4-BE49-F238E27FC236}">
                <a16:creationId xmlns:a16="http://schemas.microsoft.com/office/drawing/2014/main" id="{FCCB64D6-01F3-BE1F-694B-CBB52246535B}"/>
              </a:ext>
            </a:extLst>
          </p:cNvPr>
          <p:cNvSpPr>
            <a:spLocks noGrp="1"/>
          </p:cNvSpPr>
          <p:nvPr>
            <p:ph idx="1"/>
          </p:nvPr>
        </p:nvSpPr>
        <p:spPr>
          <a:xfrm>
            <a:off x="6096000" y="2371725"/>
            <a:ext cx="5610224" cy="3809619"/>
          </a:xfrm>
        </p:spPr>
        <p:txBody>
          <a:bodyPr>
            <a:normAutofit fontScale="70000" lnSpcReduction="20000"/>
          </a:bodyPr>
          <a:lstStyle/>
          <a:p>
            <a:pPr marL="285744" indent="-285744">
              <a:lnSpc>
                <a:spcPct val="150000"/>
              </a:lnSpc>
            </a:pPr>
            <a:r>
              <a:rPr lang="en-US" dirty="0">
                <a:latin typeface="ADLaM Display" panose="02010000000000000000" pitchFamily="2" charset="0"/>
                <a:ea typeface="ADLaM Display" panose="02010000000000000000" pitchFamily="2" charset="0"/>
                <a:cs typeface="ADLaM Display" panose="02010000000000000000" pitchFamily="2" charset="0"/>
              </a:rPr>
              <a:t>Precision: Low for all classes, indicating poor identification of positive cases.</a:t>
            </a:r>
          </a:p>
          <a:p>
            <a:pPr marL="285744" indent="-285744">
              <a:lnSpc>
                <a:spcPct val="150000"/>
              </a:lnSpc>
            </a:pPr>
            <a:r>
              <a:rPr lang="en-US" dirty="0">
                <a:latin typeface="ADLaM Display" panose="02010000000000000000" pitchFamily="2" charset="0"/>
                <a:ea typeface="ADLaM Display" panose="02010000000000000000" pitchFamily="2" charset="0"/>
                <a:cs typeface="ADLaM Display" panose="02010000000000000000" pitchFamily="2" charset="0"/>
              </a:rPr>
              <a:t>Recall: Relatively low recall, especially for classes 3, 4, and 5.</a:t>
            </a:r>
          </a:p>
          <a:p>
            <a:pPr marL="285744" indent="-285744">
              <a:lnSpc>
                <a:spcPct val="150000"/>
              </a:lnSpc>
            </a:pPr>
            <a:r>
              <a:rPr lang="en-US" dirty="0">
                <a:latin typeface="ADLaM Display" panose="02010000000000000000" pitchFamily="2" charset="0"/>
                <a:ea typeface="ADLaM Display" panose="02010000000000000000" pitchFamily="2" charset="0"/>
                <a:cs typeface="ADLaM Display" panose="02010000000000000000" pitchFamily="2" charset="0"/>
              </a:rPr>
              <a:t>F1-Score: Overall low F1-scores for all classes, showing a poor balance between precision and recall.</a:t>
            </a:r>
          </a:p>
          <a:p>
            <a:endParaRPr lang="en-US" dirty="0"/>
          </a:p>
        </p:txBody>
      </p:sp>
      <p:pic>
        <p:nvPicPr>
          <p:cNvPr id="11" name="Picture 10">
            <a:extLst>
              <a:ext uri="{FF2B5EF4-FFF2-40B4-BE49-F238E27FC236}">
                <a16:creationId xmlns:a16="http://schemas.microsoft.com/office/drawing/2014/main" id="{C3D1DA30-DD55-63CA-1F20-88A413E73237}"/>
              </a:ext>
            </a:extLst>
          </p:cNvPr>
          <p:cNvPicPr>
            <a:picLocks noChangeAspect="1"/>
          </p:cNvPicPr>
          <p:nvPr/>
        </p:nvPicPr>
        <p:blipFill>
          <a:blip r:embed="rId2"/>
          <a:stretch>
            <a:fillRect/>
          </a:stretch>
        </p:blipFill>
        <p:spPr>
          <a:xfrm>
            <a:off x="987553" y="2295587"/>
            <a:ext cx="4639043" cy="3071941"/>
          </a:xfrm>
          <a:prstGeom prst="rect">
            <a:avLst/>
          </a:prstGeom>
        </p:spPr>
      </p:pic>
    </p:spTree>
    <p:extLst>
      <p:ext uri="{BB962C8B-B14F-4D97-AF65-F5344CB8AC3E}">
        <p14:creationId xmlns:p14="http://schemas.microsoft.com/office/powerpoint/2010/main" val="14328547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03F091-19B4-427A-E7E7-0C9007D40FA8}"/>
              </a:ext>
            </a:extLst>
          </p:cNvPr>
          <p:cNvSpPr>
            <a:spLocks noGrp="1"/>
          </p:cNvSpPr>
          <p:nvPr>
            <p:ph type="title"/>
          </p:nvPr>
        </p:nvSpPr>
        <p:spPr>
          <a:xfrm>
            <a:off x="630936" y="1208912"/>
            <a:ext cx="8522589" cy="912496"/>
          </a:xfrm>
        </p:spPr>
        <p:txBody>
          <a:bodyPr vert="horz" lIns="91440" tIns="45720" rIns="91440" bIns="45720" rtlCol="0" anchor="b">
            <a:normAutofit/>
          </a:bodyPr>
          <a:lstStyle/>
          <a:p>
            <a:pPr>
              <a:lnSpc>
                <a:spcPct val="90000"/>
              </a:lnSpc>
            </a:pPr>
            <a:r>
              <a:rPr lang="en-US" sz="3500" dirty="0"/>
              <a:t>Decision Tree Classification Report:</a:t>
            </a:r>
          </a:p>
        </p:txBody>
      </p:sp>
      <p:sp>
        <p:nvSpPr>
          <p:cNvPr id="16" name="Rectangle 6">
            <a:extLst>
              <a:ext uri="{FF2B5EF4-FFF2-40B4-BE49-F238E27FC236}">
                <a16:creationId xmlns:a16="http://schemas.microsoft.com/office/drawing/2014/main" id="{3CE8AF5E-D374-4CF1-90CC-35CF73B81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2386584"/>
            <a:ext cx="4114800" cy="18288"/>
          </a:xfrm>
          <a:custGeom>
            <a:avLst/>
            <a:gdLst>
              <a:gd name="connsiteX0" fmla="*/ 0 w 4114800"/>
              <a:gd name="connsiteY0" fmla="*/ 0 h 18288"/>
              <a:gd name="connsiteX1" fmla="*/ 768096 w 4114800"/>
              <a:gd name="connsiteY1" fmla="*/ 0 h 18288"/>
              <a:gd name="connsiteX2" fmla="*/ 1495044 w 4114800"/>
              <a:gd name="connsiteY2" fmla="*/ 0 h 18288"/>
              <a:gd name="connsiteX3" fmla="*/ 2221992 w 4114800"/>
              <a:gd name="connsiteY3" fmla="*/ 0 h 18288"/>
              <a:gd name="connsiteX4" fmla="*/ 2784348 w 4114800"/>
              <a:gd name="connsiteY4" fmla="*/ 0 h 18288"/>
              <a:gd name="connsiteX5" fmla="*/ 3387852 w 4114800"/>
              <a:gd name="connsiteY5" fmla="*/ 0 h 18288"/>
              <a:gd name="connsiteX6" fmla="*/ 4114800 w 4114800"/>
              <a:gd name="connsiteY6" fmla="*/ 0 h 18288"/>
              <a:gd name="connsiteX7" fmla="*/ 4114800 w 4114800"/>
              <a:gd name="connsiteY7" fmla="*/ 18288 h 18288"/>
              <a:gd name="connsiteX8" fmla="*/ 3429000 w 4114800"/>
              <a:gd name="connsiteY8" fmla="*/ 18288 h 18288"/>
              <a:gd name="connsiteX9" fmla="*/ 2866644 w 4114800"/>
              <a:gd name="connsiteY9" fmla="*/ 18288 h 18288"/>
              <a:gd name="connsiteX10" fmla="*/ 2304288 w 4114800"/>
              <a:gd name="connsiteY10" fmla="*/ 18288 h 18288"/>
              <a:gd name="connsiteX11" fmla="*/ 1577340 w 4114800"/>
              <a:gd name="connsiteY11" fmla="*/ 18288 h 18288"/>
              <a:gd name="connsiteX12" fmla="*/ 973836 w 4114800"/>
              <a:gd name="connsiteY12" fmla="*/ 18288 h 18288"/>
              <a:gd name="connsiteX13" fmla="*/ 0 w 4114800"/>
              <a:gd name="connsiteY13" fmla="*/ 18288 h 18288"/>
              <a:gd name="connsiteX14" fmla="*/ 0 w 411480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14800" h="18288" fill="none" extrusionOk="0">
                <a:moveTo>
                  <a:pt x="0" y="0"/>
                </a:moveTo>
                <a:cubicBezTo>
                  <a:pt x="338280" y="-26110"/>
                  <a:pt x="483942" y="6555"/>
                  <a:pt x="768096" y="0"/>
                </a:cubicBezTo>
                <a:cubicBezTo>
                  <a:pt x="1052250" y="-6555"/>
                  <a:pt x="1331484" y="24616"/>
                  <a:pt x="1495044" y="0"/>
                </a:cubicBezTo>
                <a:cubicBezTo>
                  <a:pt x="1658604" y="-24616"/>
                  <a:pt x="2056661" y="-33562"/>
                  <a:pt x="2221992" y="0"/>
                </a:cubicBezTo>
                <a:cubicBezTo>
                  <a:pt x="2387323" y="33562"/>
                  <a:pt x="2629463" y="-20094"/>
                  <a:pt x="2784348" y="0"/>
                </a:cubicBezTo>
                <a:cubicBezTo>
                  <a:pt x="2939233" y="20094"/>
                  <a:pt x="3151981" y="1524"/>
                  <a:pt x="3387852" y="0"/>
                </a:cubicBezTo>
                <a:cubicBezTo>
                  <a:pt x="3623723" y="-1524"/>
                  <a:pt x="3882724" y="26165"/>
                  <a:pt x="4114800" y="0"/>
                </a:cubicBezTo>
                <a:cubicBezTo>
                  <a:pt x="4114300" y="8855"/>
                  <a:pt x="4114909" y="14521"/>
                  <a:pt x="4114800" y="18288"/>
                </a:cubicBezTo>
                <a:cubicBezTo>
                  <a:pt x="3910038" y="37744"/>
                  <a:pt x="3683432" y="-3969"/>
                  <a:pt x="3429000" y="18288"/>
                </a:cubicBezTo>
                <a:cubicBezTo>
                  <a:pt x="3174568" y="40545"/>
                  <a:pt x="3085815" y="44166"/>
                  <a:pt x="2866644" y="18288"/>
                </a:cubicBezTo>
                <a:cubicBezTo>
                  <a:pt x="2647473" y="-7590"/>
                  <a:pt x="2580474" y="31338"/>
                  <a:pt x="2304288" y="18288"/>
                </a:cubicBezTo>
                <a:cubicBezTo>
                  <a:pt x="2028102" y="5238"/>
                  <a:pt x="1863008" y="-2001"/>
                  <a:pt x="1577340" y="18288"/>
                </a:cubicBezTo>
                <a:cubicBezTo>
                  <a:pt x="1291672" y="38577"/>
                  <a:pt x="1243931" y="9893"/>
                  <a:pt x="973836" y="18288"/>
                </a:cubicBezTo>
                <a:cubicBezTo>
                  <a:pt x="703741" y="26683"/>
                  <a:pt x="317656" y="-5910"/>
                  <a:pt x="0" y="18288"/>
                </a:cubicBezTo>
                <a:cubicBezTo>
                  <a:pt x="683" y="12014"/>
                  <a:pt x="724" y="5908"/>
                  <a:pt x="0" y="0"/>
                </a:cubicBezTo>
                <a:close/>
              </a:path>
              <a:path w="4114800" h="18288" stroke="0" extrusionOk="0">
                <a:moveTo>
                  <a:pt x="0" y="0"/>
                </a:moveTo>
                <a:cubicBezTo>
                  <a:pt x="276109" y="5266"/>
                  <a:pt x="325589" y="-19584"/>
                  <a:pt x="644652" y="0"/>
                </a:cubicBezTo>
                <a:cubicBezTo>
                  <a:pt x="963715" y="19584"/>
                  <a:pt x="1064991" y="6066"/>
                  <a:pt x="1207008" y="0"/>
                </a:cubicBezTo>
                <a:cubicBezTo>
                  <a:pt x="1349025" y="-6066"/>
                  <a:pt x="1791724" y="14506"/>
                  <a:pt x="1975104" y="0"/>
                </a:cubicBezTo>
                <a:cubicBezTo>
                  <a:pt x="2158484" y="-14506"/>
                  <a:pt x="2397469" y="20822"/>
                  <a:pt x="2619756" y="0"/>
                </a:cubicBezTo>
                <a:cubicBezTo>
                  <a:pt x="2842043" y="-20822"/>
                  <a:pt x="2992157" y="20388"/>
                  <a:pt x="3264408" y="0"/>
                </a:cubicBezTo>
                <a:cubicBezTo>
                  <a:pt x="3536659" y="-20388"/>
                  <a:pt x="3855620" y="38211"/>
                  <a:pt x="4114800" y="0"/>
                </a:cubicBezTo>
                <a:cubicBezTo>
                  <a:pt x="4113902" y="7180"/>
                  <a:pt x="4114969" y="13790"/>
                  <a:pt x="4114800" y="18288"/>
                </a:cubicBezTo>
                <a:cubicBezTo>
                  <a:pt x="3968901" y="8593"/>
                  <a:pt x="3623428" y="17559"/>
                  <a:pt x="3429000" y="18288"/>
                </a:cubicBezTo>
                <a:cubicBezTo>
                  <a:pt x="3234572" y="19017"/>
                  <a:pt x="3085079" y="41804"/>
                  <a:pt x="2866644" y="18288"/>
                </a:cubicBezTo>
                <a:cubicBezTo>
                  <a:pt x="2648209" y="-5228"/>
                  <a:pt x="2451737" y="24580"/>
                  <a:pt x="2180844" y="18288"/>
                </a:cubicBezTo>
                <a:cubicBezTo>
                  <a:pt x="1909951" y="11996"/>
                  <a:pt x="1681589" y="12244"/>
                  <a:pt x="1495044" y="18288"/>
                </a:cubicBezTo>
                <a:cubicBezTo>
                  <a:pt x="1308499" y="24332"/>
                  <a:pt x="1136614" y="21789"/>
                  <a:pt x="850392" y="18288"/>
                </a:cubicBezTo>
                <a:cubicBezTo>
                  <a:pt x="564170" y="14787"/>
                  <a:pt x="210636" y="54701"/>
                  <a:pt x="0" y="18288"/>
                </a:cubicBezTo>
                <a:cubicBezTo>
                  <a:pt x="571" y="10093"/>
                  <a:pt x="-125" y="8407"/>
                  <a:pt x="0" y="0"/>
                </a:cubicBezTo>
                <a:close/>
              </a:path>
            </a:pathLst>
          </a:custGeom>
          <a:solidFill>
            <a:srgbClr val="4D8BC3"/>
          </a:solidFill>
          <a:ln w="38100" cap="rnd">
            <a:solidFill>
              <a:srgbClr val="4D8BC3"/>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269341D-A3FD-E8C8-F267-2859D5875B78}"/>
              </a:ext>
            </a:extLst>
          </p:cNvPr>
          <p:cNvSpPr txBox="1"/>
          <p:nvPr/>
        </p:nvSpPr>
        <p:spPr>
          <a:xfrm>
            <a:off x="624840" y="2803082"/>
            <a:ext cx="5465064" cy="2678301"/>
          </a:xfrm>
          <a:prstGeom prst="rect">
            <a:avLst/>
          </a:prstGeom>
        </p:spPr>
        <p:txBody>
          <a:bodyPr vert="horz" lIns="91440" tIns="45720" rIns="91440" bIns="45720" rtlCol="0" anchor="t">
            <a:normAutofit lnSpcReduction="10000"/>
          </a:bodyPr>
          <a:lstStyle/>
          <a:p>
            <a:pPr marL="285744" indent="-228594">
              <a:lnSpc>
                <a:spcPct val="110000"/>
              </a:lnSpc>
              <a:spcAft>
                <a:spcPts val="600"/>
              </a:spcAft>
              <a:buFont typeface="Arial" panose="020B0604020202020204" pitchFamily="34" charset="0"/>
              <a:buChar char="•"/>
            </a:pPr>
            <a:r>
              <a:rPr lang="en-US" dirty="0">
                <a:latin typeface="Abadi" panose="020B0604020104020204" pitchFamily="34" charset="0"/>
              </a:rPr>
              <a:t>Accuracy: 0.22</a:t>
            </a:r>
          </a:p>
          <a:p>
            <a:pPr marL="285744" indent="-228594">
              <a:lnSpc>
                <a:spcPct val="110000"/>
              </a:lnSpc>
              <a:spcAft>
                <a:spcPts val="600"/>
              </a:spcAft>
              <a:buFont typeface="Arial" panose="020B0604020202020204" pitchFamily="34" charset="0"/>
              <a:buChar char="•"/>
            </a:pPr>
            <a:r>
              <a:rPr lang="en-US" dirty="0">
                <a:latin typeface="Abadi" panose="020B0604020104020204" pitchFamily="34" charset="0"/>
              </a:rPr>
              <a:t>Precision: Similar to Random Forest, with low precision across all classes.</a:t>
            </a:r>
          </a:p>
          <a:p>
            <a:pPr marL="285744" indent="-228594">
              <a:lnSpc>
                <a:spcPct val="110000"/>
              </a:lnSpc>
              <a:spcAft>
                <a:spcPts val="600"/>
              </a:spcAft>
              <a:buFont typeface="Arial" panose="020B0604020202020204" pitchFamily="34" charset="0"/>
              <a:buChar char="•"/>
            </a:pPr>
            <a:r>
              <a:rPr lang="en-US" dirty="0">
                <a:latin typeface="Abadi" panose="020B0604020104020204" pitchFamily="34" charset="0"/>
              </a:rPr>
              <a:t>Recall: Also low recall for most classes, but slightly higher for class 3.</a:t>
            </a:r>
          </a:p>
          <a:p>
            <a:pPr marL="285744" indent="-228594">
              <a:lnSpc>
                <a:spcPct val="110000"/>
              </a:lnSpc>
              <a:spcAft>
                <a:spcPts val="600"/>
              </a:spcAft>
              <a:buFont typeface="Arial" panose="020B0604020202020204" pitchFamily="34" charset="0"/>
              <a:buChar char="•"/>
            </a:pPr>
            <a:r>
              <a:rPr lang="en-US" dirty="0">
                <a:latin typeface="Abadi" panose="020B0604020104020204" pitchFamily="34" charset="0"/>
              </a:rPr>
              <a:t>F1-Score: Low for most classes, especially for class 5. It still manages a better score for class 3 compared to other models.</a:t>
            </a:r>
          </a:p>
        </p:txBody>
      </p:sp>
      <mc:AlternateContent xmlns:mc="http://schemas.openxmlformats.org/markup-compatibility/2006" xmlns:p14="http://schemas.microsoft.com/office/powerpoint/2010/main">
        <mc:Choice Requires="p14">
          <p:contentPart p14:bwMode="auto" r:id="rId2">
            <p14:nvContentPartPr>
              <p14:cNvPr id="18" name="Ink 17">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5755403" y="1971579"/>
              <a:ext cx="360" cy="2160"/>
            </p14:xfrm>
          </p:contentPart>
        </mc:Choice>
        <mc:Fallback xmlns="">
          <p:pic>
            <p:nvPicPr>
              <p:cNvPr id="18" name="Ink 17">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3"/>
              <a:stretch>
                <a:fillRect/>
              </a:stretch>
            </p:blipFill>
            <p:spPr>
              <a:xfrm>
                <a:off x="5737403" y="1956150"/>
                <a:ext cx="36000" cy="32709"/>
              </a:xfrm>
              <a:prstGeom prst="rect">
                <a:avLst/>
              </a:prstGeom>
            </p:spPr>
          </p:pic>
        </mc:Fallback>
      </mc:AlternateContent>
      <p:pic>
        <p:nvPicPr>
          <p:cNvPr id="9" name="Content Placeholder 8" descr="A screenshot of a computer screen&#10;&#10;Description automatically generated">
            <a:extLst>
              <a:ext uri="{FF2B5EF4-FFF2-40B4-BE49-F238E27FC236}">
                <a16:creationId xmlns:a16="http://schemas.microsoft.com/office/drawing/2014/main" id="{6039FACF-9A2E-9745-3F7B-8038A25652AF}"/>
              </a:ext>
            </a:extLst>
          </p:cNvPr>
          <p:cNvPicPr>
            <a:picLocks noGrp="1" noChangeAspect="1"/>
          </p:cNvPicPr>
          <p:nvPr>
            <p:ph idx="1"/>
          </p:nvPr>
        </p:nvPicPr>
        <p:blipFill>
          <a:blip r:embed="rId4"/>
          <a:stretch>
            <a:fillRect/>
          </a:stretch>
        </p:blipFill>
        <p:spPr>
          <a:xfrm>
            <a:off x="6424041" y="2652522"/>
            <a:ext cx="5458968" cy="3411855"/>
          </a:xfrm>
          <a:prstGeom prst="rect">
            <a:avLst/>
          </a:prstGeom>
        </p:spPr>
      </p:pic>
    </p:spTree>
    <p:extLst>
      <p:ext uri="{BB962C8B-B14F-4D97-AF65-F5344CB8AC3E}">
        <p14:creationId xmlns:p14="http://schemas.microsoft.com/office/powerpoint/2010/main" val="56468104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BB268-242B-C8A9-688C-03320C295A66}"/>
              </a:ext>
            </a:extLst>
          </p:cNvPr>
          <p:cNvSpPr>
            <a:spLocks noGrp="1"/>
          </p:cNvSpPr>
          <p:nvPr>
            <p:ph type="ctrTitle"/>
          </p:nvPr>
        </p:nvSpPr>
        <p:spPr>
          <a:xfrm>
            <a:off x="530640" y="2357243"/>
            <a:ext cx="5028913" cy="1245494"/>
          </a:xfrm>
        </p:spPr>
        <p:txBody>
          <a:bodyPr>
            <a:normAutofit/>
          </a:bodyPr>
          <a:lstStyle/>
          <a:p>
            <a:pPr>
              <a:lnSpc>
                <a:spcPct val="90000"/>
              </a:lnSpc>
            </a:pPr>
            <a:r>
              <a:rPr lang="en-US" sz="4100" dirty="0"/>
              <a:t>SVM Classification Report:</a:t>
            </a:r>
          </a:p>
        </p:txBody>
      </p:sp>
      <p:sp>
        <p:nvSpPr>
          <p:cNvPr id="3" name="Subtitle 2">
            <a:extLst>
              <a:ext uri="{FF2B5EF4-FFF2-40B4-BE49-F238E27FC236}">
                <a16:creationId xmlns:a16="http://schemas.microsoft.com/office/drawing/2014/main" id="{74DCC1EF-1D5C-FF40-D5DF-40F67A4279D0}"/>
              </a:ext>
            </a:extLst>
          </p:cNvPr>
          <p:cNvSpPr>
            <a:spLocks noGrp="1"/>
          </p:cNvSpPr>
          <p:nvPr>
            <p:ph type="subTitle" idx="1"/>
          </p:nvPr>
        </p:nvSpPr>
        <p:spPr>
          <a:xfrm>
            <a:off x="638882" y="3959352"/>
            <a:ext cx="4920671" cy="2790833"/>
          </a:xfrm>
        </p:spPr>
        <p:txBody>
          <a:bodyPr>
            <a:noAutofit/>
          </a:bodyPr>
          <a:lstStyle/>
          <a:p>
            <a:pPr marL="171446" indent="-171446" algn="just">
              <a:lnSpc>
                <a:spcPts val="1425"/>
              </a:lnSpc>
              <a:buFont typeface="Arial" panose="020B0604020202020204" pitchFamily="34" charset="0"/>
              <a:buChar char="•"/>
            </a:pPr>
            <a:r>
              <a:rPr lang="en-US" sz="1100" dirty="0">
                <a:latin typeface="Consolas" panose="020B0609020204030204" pitchFamily="49" charset="0"/>
              </a:rPr>
              <a:t>Accuracy: 0.17</a:t>
            </a:r>
          </a:p>
          <a:p>
            <a:pPr marL="171446" indent="-171446" algn="just">
              <a:lnSpc>
                <a:spcPts val="1425"/>
              </a:lnSpc>
              <a:buFont typeface="Arial" panose="020B0604020202020204" pitchFamily="34" charset="0"/>
              <a:buChar char="•"/>
            </a:pPr>
            <a:r>
              <a:rPr lang="en-US" sz="1100" dirty="0">
                <a:latin typeface="Consolas" panose="020B0609020204030204" pitchFamily="49" charset="0"/>
              </a:rPr>
              <a:t>Precision: Very low for all classes, especially for classes 3, 4, and 5 (0.00).</a:t>
            </a:r>
          </a:p>
          <a:p>
            <a:pPr marL="171446" indent="-171446" algn="just">
              <a:lnSpc>
                <a:spcPts val="1425"/>
              </a:lnSpc>
              <a:buFont typeface="Arial" panose="020B0604020202020204" pitchFamily="34" charset="0"/>
              <a:buChar char="•"/>
            </a:pPr>
            <a:r>
              <a:rPr lang="en-US" sz="1100" dirty="0">
                <a:latin typeface="Consolas" panose="020B0609020204030204" pitchFamily="49" charset="0"/>
              </a:rPr>
              <a:t>Recall: Extremely low recall for classes 3, 4, and 5 (0.00), meaning these classes were not predicted at all.</a:t>
            </a:r>
          </a:p>
          <a:p>
            <a:pPr marL="171446" indent="-171446" algn="just">
              <a:lnSpc>
                <a:spcPts val="1425"/>
              </a:lnSpc>
              <a:buFont typeface="Arial" panose="020B0604020202020204" pitchFamily="34" charset="0"/>
              <a:buChar char="•"/>
            </a:pPr>
            <a:r>
              <a:rPr lang="en-US" sz="1100" dirty="0">
                <a:latin typeface="Consolas" panose="020B0609020204030204" pitchFamily="49" charset="0"/>
              </a:rPr>
              <a:t>F1-Score: Similar to precision and recall, very low for most classes, especially for classes 3, 4, and 5.</a:t>
            </a:r>
          </a:p>
          <a:p>
            <a:pPr marL="171446" indent="-171446" algn="just">
              <a:buFont typeface="Arial" panose="020B0604020202020204" pitchFamily="34" charset="0"/>
              <a:buChar char="•"/>
            </a:pPr>
            <a:endParaRPr lang="en-US" sz="1100" dirty="0"/>
          </a:p>
        </p:txBody>
      </p:sp>
      <p:pic>
        <p:nvPicPr>
          <p:cNvPr id="5" name="Picture 4" descr="A screenshot of a computer screen&#10;&#10;Description automatically generated">
            <a:extLst>
              <a:ext uri="{FF2B5EF4-FFF2-40B4-BE49-F238E27FC236}">
                <a16:creationId xmlns:a16="http://schemas.microsoft.com/office/drawing/2014/main" id="{430AC301-1A82-9F7D-630D-0AB8A01231D9}"/>
              </a:ext>
            </a:extLst>
          </p:cNvPr>
          <p:cNvPicPr>
            <a:picLocks noChangeAspect="1"/>
          </p:cNvPicPr>
          <p:nvPr/>
        </p:nvPicPr>
        <p:blipFill>
          <a:blip r:embed="rId2"/>
          <a:stretch>
            <a:fillRect/>
          </a:stretch>
        </p:blipFill>
        <p:spPr>
          <a:xfrm>
            <a:off x="6025896" y="1271015"/>
            <a:ext cx="5843016" cy="4335708"/>
          </a:xfrm>
          <a:prstGeom prst="rect">
            <a:avLst/>
          </a:prstGeom>
        </p:spPr>
      </p:pic>
    </p:spTree>
    <p:extLst>
      <p:ext uri="{BB962C8B-B14F-4D97-AF65-F5344CB8AC3E}">
        <p14:creationId xmlns:p14="http://schemas.microsoft.com/office/powerpoint/2010/main" val="2876914817"/>
      </p:ext>
    </p:extLst>
  </p:cSld>
  <p:clrMapOvr>
    <a:masterClrMapping/>
  </p:clrMapOvr>
  <p:transition spd="slow">
    <p:randomBa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A8266-8FF0-FD57-9962-65F3E241236B}"/>
              </a:ext>
            </a:extLst>
          </p:cNvPr>
          <p:cNvSpPr>
            <a:spLocks noGrp="1"/>
          </p:cNvSpPr>
          <p:nvPr>
            <p:ph type="title"/>
          </p:nvPr>
        </p:nvSpPr>
        <p:spPr/>
        <p:txBody>
          <a:bodyPr>
            <a:normAutofit/>
          </a:bodyPr>
          <a:lstStyle/>
          <a:p>
            <a:r>
              <a:rPr lang="en-US" sz="3600" dirty="0" err="1"/>
              <a:t>CatBoost</a:t>
            </a:r>
            <a:r>
              <a:rPr lang="en-US" sz="3600" dirty="0"/>
              <a:t> Classification Report:</a:t>
            </a:r>
          </a:p>
        </p:txBody>
      </p:sp>
      <p:pic>
        <p:nvPicPr>
          <p:cNvPr id="5" name="Content Placeholder 4">
            <a:extLst>
              <a:ext uri="{FF2B5EF4-FFF2-40B4-BE49-F238E27FC236}">
                <a16:creationId xmlns:a16="http://schemas.microsoft.com/office/drawing/2014/main" id="{0A40F5BF-6410-EFB5-E14B-DF1F1C209807}"/>
              </a:ext>
            </a:extLst>
          </p:cNvPr>
          <p:cNvPicPr>
            <a:picLocks noGrp="1" noChangeAspect="1"/>
          </p:cNvPicPr>
          <p:nvPr>
            <p:ph idx="1"/>
          </p:nvPr>
        </p:nvPicPr>
        <p:blipFill>
          <a:blip r:embed="rId2"/>
          <a:stretch>
            <a:fillRect/>
          </a:stretch>
        </p:blipFill>
        <p:spPr>
          <a:xfrm>
            <a:off x="7105359" y="2273916"/>
            <a:ext cx="4172532" cy="2553056"/>
          </a:xfrm>
        </p:spPr>
      </p:pic>
      <p:sp>
        <p:nvSpPr>
          <p:cNvPr id="7" name="TextBox 6">
            <a:extLst>
              <a:ext uri="{FF2B5EF4-FFF2-40B4-BE49-F238E27FC236}">
                <a16:creationId xmlns:a16="http://schemas.microsoft.com/office/drawing/2014/main" id="{658CA94A-85F3-B438-B868-5E693EA2143F}"/>
              </a:ext>
            </a:extLst>
          </p:cNvPr>
          <p:cNvSpPr txBox="1"/>
          <p:nvPr/>
        </p:nvSpPr>
        <p:spPr>
          <a:xfrm>
            <a:off x="838200" y="2790147"/>
            <a:ext cx="5447539" cy="2077492"/>
          </a:xfrm>
          <a:prstGeom prst="rect">
            <a:avLst/>
          </a:prstGeom>
          <a:noFill/>
        </p:spPr>
        <p:txBody>
          <a:bodyPr wrap="square">
            <a:spAutoFit/>
          </a:bodyPr>
          <a:lstStyle/>
          <a:p>
            <a:pPr>
              <a:lnSpc>
                <a:spcPts val="1425"/>
              </a:lnSpc>
            </a:pPr>
            <a:endParaRPr lang="en-US" dirty="0">
              <a:latin typeface="ADLaM Display" panose="02010000000000000000" pitchFamily="2" charset="0"/>
              <a:ea typeface="ADLaM Display" panose="02010000000000000000" pitchFamily="2" charset="0"/>
              <a:cs typeface="ADLaM Display" panose="02010000000000000000" pitchFamily="2" charset="0"/>
            </a:endParaRPr>
          </a:p>
          <a:p>
            <a:pPr marL="285744" indent="-285744">
              <a:lnSpc>
                <a:spcPts val="1425"/>
              </a:lnSpc>
              <a:buFont typeface="Arial" panose="020B0604020202020204" pitchFamily="34" charset="0"/>
              <a:buChar char="•"/>
            </a:pPr>
            <a:r>
              <a:rPr lang="en-US" dirty="0">
                <a:latin typeface="ADLaM Display" panose="02010000000000000000" pitchFamily="2" charset="0"/>
                <a:ea typeface="ADLaM Display" panose="02010000000000000000" pitchFamily="2" charset="0"/>
                <a:cs typeface="ADLaM Display" panose="02010000000000000000" pitchFamily="2" charset="0"/>
              </a:rPr>
              <a:t>Accuracy: 0.22</a:t>
            </a:r>
          </a:p>
          <a:p>
            <a:pPr marL="285744" indent="-285744">
              <a:lnSpc>
                <a:spcPts val="1425"/>
              </a:lnSpc>
              <a:buFont typeface="Arial" panose="020B0604020202020204" pitchFamily="34" charset="0"/>
              <a:buChar char="•"/>
            </a:pPr>
            <a:endParaRPr lang="en-US" dirty="0">
              <a:latin typeface="ADLaM Display" panose="02010000000000000000" pitchFamily="2" charset="0"/>
              <a:ea typeface="ADLaM Display" panose="02010000000000000000" pitchFamily="2" charset="0"/>
              <a:cs typeface="ADLaM Display" panose="02010000000000000000" pitchFamily="2" charset="0"/>
            </a:endParaRPr>
          </a:p>
          <a:p>
            <a:pPr marL="285744" indent="-285744">
              <a:lnSpc>
                <a:spcPts val="1425"/>
              </a:lnSpc>
              <a:buFont typeface="Arial" panose="020B0604020202020204" pitchFamily="34" charset="0"/>
              <a:buChar char="•"/>
            </a:pPr>
            <a:r>
              <a:rPr lang="en-US" dirty="0">
                <a:latin typeface="ADLaM Display" panose="02010000000000000000" pitchFamily="2" charset="0"/>
                <a:ea typeface="ADLaM Display" panose="02010000000000000000" pitchFamily="2" charset="0"/>
                <a:cs typeface="ADLaM Display" panose="02010000000000000000" pitchFamily="2" charset="0"/>
              </a:rPr>
              <a:t>Precision: Low for all classes, but not as bad as SVM.</a:t>
            </a:r>
          </a:p>
          <a:p>
            <a:pPr marL="285744" indent="-285744">
              <a:lnSpc>
                <a:spcPts val="1425"/>
              </a:lnSpc>
              <a:buFont typeface="Arial" panose="020B0604020202020204" pitchFamily="34" charset="0"/>
              <a:buChar char="•"/>
            </a:pPr>
            <a:endParaRPr lang="en-US" dirty="0">
              <a:latin typeface="ADLaM Display" panose="02010000000000000000" pitchFamily="2" charset="0"/>
              <a:ea typeface="ADLaM Display" panose="02010000000000000000" pitchFamily="2" charset="0"/>
              <a:cs typeface="ADLaM Display" panose="02010000000000000000" pitchFamily="2" charset="0"/>
            </a:endParaRPr>
          </a:p>
          <a:p>
            <a:pPr marL="285744" indent="-285744">
              <a:lnSpc>
                <a:spcPts val="1425"/>
              </a:lnSpc>
              <a:buFont typeface="Arial" panose="020B0604020202020204" pitchFamily="34" charset="0"/>
              <a:buChar char="•"/>
            </a:pPr>
            <a:r>
              <a:rPr lang="en-US" dirty="0">
                <a:latin typeface="ADLaM Display" panose="02010000000000000000" pitchFamily="2" charset="0"/>
                <a:ea typeface="ADLaM Display" panose="02010000000000000000" pitchFamily="2" charset="0"/>
                <a:cs typeface="ADLaM Display" panose="02010000000000000000" pitchFamily="2" charset="0"/>
              </a:rPr>
              <a:t>Recall: Slightly better recall for class 1 and class 2, but low for other classes.</a:t>
            </a:r>
          </a:p>
          <a:p>
            <a:pPr marL="285744" indent="-285744">
              <a:lnSpc>
                <a:spcPts val="1425"/>
              </a:lnSpc>
              <a:buFont typeface="Arial" panose="020B0604020202020204" pitchFamily="34" charset="0"/>
              <a:buChar char="•"/>
            </a:pPr>
            <a:endParaRPr lang="en-US" dirty="0">
              <a:latin typeface="ADLaM Display" panose="02010000000000000000" pitchFamily="2" charset="0"/>
              <a:ea typeface="ADLaM Display" panose="02010000000000000000" pitchFamily="2" charset="0"/>
              <a:cs typeface="ADLaM Display" panose="02010000000000000000" pitchFamily="2" charset="0"/>
            </a:endParaRPr>
          </a:p>
          <a:p>
            <a:pPr marL="285744" indent="-285744">
              <a:lnSpc>
                <a:spcPts val="1425"/>
              </a:lnSpc>
              <a:buFont typeface="Arial" panose="020B0604020202020204" pitchFamily="34" charset="0"/>
              <a:buChar char="•"/>
            </a:pPr>
            <a:r>
              <a:rPr lang="en-US" dirty="0">
                <a:latin typeface="ADLaM Display" panose="02010000000000000000" pitchFamily="2" charset="0"/>
                <a:ea typeface="ADLaM Display" panose="02010000000000000000" pitchFamily="2" charset="0"/>
                <a:cs typeface="ADLaM Display" panose="02010000000000000000" pitchFamily="2" charset="0"/>
              </a:rPr>
              <a:t>F1-Score: Low for all classes, indicating a poor balance of precision and recall.</a:t>
            </a:r>
          </a:p>
        </p:txBody>
      </p:sp>
    </p:spTree>
    <p:extLst>
      <p:ext uri="{BB962C8B-B14F-4D97-AF65-F5344CB8AC3E}">
        <p14:creationId xmlns:p14="http://schemas.microsoft.com/office/powerpoint/2010/main" val="3814190234"/>
      </p:ext>
    </p:extLst>
  </p:cSld>
  <p:clrMapOvr>
    <a:masterClrMapping/>
  </p:clrMapOvr>
  <p:transition spd="slow">
    <p:randomBa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C3C6F85-41B2-3899-3543-1E2DB25C198F}"/>
              </a:ext>
            </a:extLst>
          </p:cNvPr>
          <p:cNvSpPr txBox="1"/>
          <p:nvPr/>
        </p:nvSpPr>
        <p:spPr>
          <a:xfrm>
            <a:off x="651509" y="2167129"/>
            <a:ext cx="10714483" cy="1710596"/>
          </a:xfrm>
          <a:prstGeom prst="rect">
            <a:avLst/>
          </a:prstGeom>
          <a:noFill/>
        </p:spPr>
        <p:txBody>
          <a:bodyPr wrap="square">
            <a:spAutoFit/>
          </a:bodyPr>
          <a:lstStyle/>
          <a:p>
            <a:pPr marL="285744" indent="-285744" algn="just">
              <a:lnSpc>
                <a:spcPct val="150000"/>
              </a:lnSpc>
              <a:buFont typeface="Arial" panose="020B0604020202020204" pitchFamily="34" charset="0"/>
              <a:buChar char="•"/>
            </a:pPr>
            <a:r>
              <a:rPr lang="en-US" dirty="0">
                <a:latin typeface="Abadi" panose="020B0604020104020204" pitchFamily="34" charset="0"/>
              </a:rPr>
              <a:t>Random Forest and </a:t>
            </a:r>
            <a:r>
              <a:rPr lang="en-US" dirty="0" err="1">
                <a:latin typeface="Abadi" panose="020B0604020104020204" pitchFamily="34" charset="0"/>
              </a:rPr>
              <a:t>CatBoost</a:t>
            </a:r>
            <a:r>
              <a:rPr lang="en-US" dirty="0">
                <a:latin typeface="Abadi" panose="020B0604020104020204" pitchFamily="34" charset="0"/>
              </a:rPr>
              <a:t> perform slightly better than Decision Tree and SVM, with </a:t>
            </a:r>
            <a:r>
              <a:rPr lang="en-US" dirty="0" err="1">
                <a:latin typeface="Abadi" panose="020B0604020104020204" pitchFamily="34" charset="0"/>
              </a:rPr>
              <a:t>CatBoost</a:t>
            </a:r>
            <a:r>
              <a:rPr lang="en-US" dirty="0">
                <a:latin typeface="Abadi" panose="020B0604020104020204" pitchFamily="34" charset="0"/>
              </a:rPr>
              <a:t> showing the best accuracy of 0.22.</a:t>
            </a:r>
          </a:p>
          <a:p>
            <a:pPr marL="285744" indent="-285744" algn="just">
              <a:lnSpc>
                <a:spcPct val="150000"/>
              </a:lnSpc>
              <a:buFont typeface="Arial" panose="020B0604020202020204" pitchFamily="34" charset="0"/>
              <a:buChar char="•"/>
            </a:pPr>
            <a:r>
              <a:rPr lang="en-US" dirty="0">
                <a:latin typeface="Abadi" panose="020B0604020104020204" pitchFamily="34" charset="0"/>
              </a:rPr>
              <a:t>SVM performs the worst in terms of precision, recall, and F1-score for most classes, likely due to misclassifying the majority of samples in certain classes.</a:t>
            </a:r>
          </a:p>
        </p:txBody>
      </p:sp>
      <p:sp>
        <p:nvSpPr>
          <p:cNvPr id="7" name="TextBox 6">
            <a:extLst>
              <a:ext uri="{FF2B5EF4-FFF2-40B4-BE49-F238E27FC236}">
                <a16:creationId xmlns:a16="http://schemas.microsoft.com/office/drawing/2014/main" id="{FDE76A78-A025-D830-5A78-D8E21D07C992}"/>
              </a:ext>
            </a:extLst>
          </p:cNvPr>
          <p:cNvSpPr txBox="1"/>
          <p:nvPr/>
        </p:nvSpPr>
        <p:spPr>
          <a:xfrm>
            <a:off x="2802637" y="469266"/>
            <a:ext cx="6094476" cy="296235"/>
          </a:xfrm>
          <a:prstGeom prst="rect">
            <a:avLst/>
          </a:prstGeom>
          <a:noFill/>
        </p:spPr>
        <p:txBody>
          <a:bodyPr wrap="square">
            <a:spAutoFit/>
          </a:bodyPr>
          <a:lstStyle/>
          <a:p>
            <a:pPr algn="ctr">
              <a:lnSpc>
                <a:spcPts val="1425"/>
              </a:lnSpc>
            </a:pPr>
            <a:r>
              <a:rPr lang="en-US" dirty="0">
                <a:latin typeface="+mj-lt"/>
              </a:rPr>
              <a:t>Final Model Selection </a:t>
            </a:r>
          </a:p>
        </p:txBody>
      </p:sp>
    </p:spTree>
    <p:extLst>
      <p:ext uri="{BB962C8B-B14F-4D97-AF65-F5344CB8AC3E}">
        <p14:creationId xmlns:p14="http://schemas.microsoft.com/office/powerpoint/2010/main" val="425292832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EBDD1931-9E86-4402-9A68-33A2D9EFB1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18" name="Rectangle 1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6">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39411"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rgbClr val="4D8BC3"/>
          </a:solidFill>
          <a:ln w="41275" cap="rnd">
            <a:solidFill>
              <a:srgbClr val="4D8BC3"/>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E2DB880-790F-72EE-F9B3-9EAC3E0BAAD2}"/>
              </a:ext>
            </a:extLst>
          </p:cNvPr>
          <p:cNvSpPr txBox="1"/>
          <p:nvPr/>
        </p:nvSpPr>
        <p:spPr>
          <a:xfrm>
            <a:off x="5380891" y="2185418"/>
            <a:ext cx="5900928" cy="3182111"/>
          </a:xfrm>
          <a:prstGeom prst="rect">
            <a:avLst/>
          </a:prstGeom>
        </p:spPr>
        <p:txBody>
          <a:bodyPr vert="horz" lIns="91440" tIns="45720" rIns="91440" bIns="45720" rtlCol="0" anchor="ctr">
            <a:normAutofit/>
          </a:bodyPr>
          <a:lstStyle/>
          <a:p>
            <a:pPr marL="171446" indent="-171446" algn="just">
              <a:spcBef>
                <a:spcPts val="751"/>
              </a:spcBef>
              <a:spcAft>
                <a:spcPts val="751"/>
              </a:spcAft>
              <a:buFont typeface="Arial" panose="020B0604020202020204" pitchFamily="34" charset="0"/>
              <a:buChar char="•"/>
            </a:pPr>
            <a:r>
              <a:rPr lang="en-US" sz="1000" dirty="0">
                <a:latin typeface="Abadi" panose="020B0604020104020204" pitchFamily="34" charset="0"/>
              </a:rPr>
              <a:t>Boateng, E. Y., </a:t>
            </a:r>
            <a:r>
              <a:rPr lang="en-US" sz="1000" dirty="0" err="1">
                <a:latin typeface="Abadi" panose="020B0604020104020204" pitchFamily="34" charset="0"/>
              </a:rPr>
              <a:t>Otoo</a:t>
            </a:r>
            <a:r>
              <a:rPr lang="en-US" sz="1000" dirty="0">
                <a:latin typeface="Abadi" panose="020B0604020104020204" pitchFamily="34" charset="0"/>
              </a:rPr>
              <a:t>, J., &amp; </a:t>
            </a:r>
            <a:r>
              <a:rPr lang="en-US" sz="1000" dirty="0" err="1">
                <a:latin typeface="Abadi" panose="020B0604020104020204" pitchFamily="34" charset="0"/>
              </a:rPr>
              <a:t>Abaye</a:t>
            </a:r>
            <a:r>
              <a:rPr lang="en-US" sz="1000" dirty="0">
                <a:latin typeface="Abadi" panose="020B0604020104020204" pitchFamily="34" charset="0"/>
              </a:rPr>
              <a:t>, D. A. (2020). Basic tenets of classification algorithms K-Nearest-Neighbor, Support Vector Machine, Random Forest and Neural Network: A review. </a:t>
            </a:r>
            <a:r>
              <a:rPr lang="en-US" sz="1000" i="1" dirty="0">
                <a:latin typeface="Abadi" panose="020B0604020104020204" pitchFamily="34" charset="0"/>
              </a:rPr>
              <a:t>Journal of Data Analysis and Information Processing</a:t>
            </a:r>
            <a:r>
              <a:rPr lang="en-US" sz="1000" dirty="0">
                <a:latin typeface="Abadi" panose="020B0604020104020204" pitchFamily="34" charset="0"/>
              </a:rPr>
              <a:t>, 8, 341-357. https://doi.org/10.4236/jdaip.2020.84020</a:t>
            </a:r>
          </a:p>
          <a:p>
            <a:pPr marL="171446" indent="-171446" algn="just">
              <a:spcBef>
                <a:spcPts val="751"/>
              </a:spcBef>
              <a:spcAft>
                <a:spcPts val="751"/>
              </a:spcAft>
              <a:buFont typeface="Arial" panose="020B0604020202020204" pitchFamily="34" charset="0"/>
              <a:buChar char="•"/>
            </a:pPr>
            <a:r>
              <a:rPr lang="en-US" sz="1000" dirty="0" err="1">
                <a:latin typeface="Abadi" panose="020B0604020104020204" pitchFamily="34" charset="0"/>
              </a:rPr>
              <a:t>Iranzad</a:t>
            </a:r>
            <a:r>
              <a:rPr lang="en-US" sz="1000" dirty="0">
                <a:latin typeface="Abadi" panose="020B0604020104020204" pitchFamily="34" charset="0"/>
              </a:rPr>
              <a:t>, R., &amp; Liu, X. (2024). A review of random forest-based feature selection methods for data science education and applications. </a:t>
            </a:r>
            <a:r>
              <a:rPr lang="en-US" sz="1000" i="1" dirty="0">
                <a:latin typeface="Abadi" panose="020B0604020104020204" pitchFamily="34" charset="0"/>
              </a:rPr>
              <a:t>International Journal of Data Science and Analytics</a:t>
            </a:r>
            <a:r>
              <a:rPr lang="en-US" sz="1000" dirty="0">
                <a:latin typeface="Abadi" panose="020B0604020104020204" pitchFamily="34" charset="0"/>
              </a:rPr>
              <a:t>. https://doi.org/10.1007/s41060-024-00509-w</a:t>
            </a:r>
          </a:p>
          <a:p>
            <a:pPr marL="171446" indent="-171446" algn="just">
              <a:spcBef>
                <a:spcPts val="751"/>
              </a:spcBef>
              <a:spcAft>
                <a:spcPts val="751"/>
              </a:spcAft>
              <a:buFont typeface="Arial" panose="020B0604020202020204" pitchFamily="34" charset="0"/>
              <a:buChar char="•"/>
            </a:pPr>
            <a:r>
              <a:rPr lang="en-US" sz="1000" dirty="0" err="1">
                <a:latin typeface="Abadi" panose="020B0604020104020204" pitchFamily="34" charset="0"/>
              </a:rPr>
              <a:t>Raczko</a:t>
            </a:r>
            <a:r>
              <a:rPr lang="en-US" sz="1000" dirty="0">
                <a:latin typeface="Abadi" panose="020B0604020104020204" pitchFamily="34" charset="0"/>
              </a:rPr>
              <a:t>, R., &amp; </a:t>
            </a:r>
            <a:r>
              <a:rPr lang="en-US" sz="1000" dirty="0" err="1">
                <a:latin typeface="Abadi" panose="020B0604020104020204" pitchFamily="34" charset="0"/>
              </a:rPr>
              <a:t>Zagajewski</a:t>
            </a:r>
            <a:r>
              <a:rPr lang="en-US" sz="1000" dirty="0">
                <a:latin typeface="Abadi" panose="020B0604020104020204" pitchFamily="34" charset="0"/>
              </a:rPr>
              <a:t>, B. (2020). Evaluating nonparametric classification algorithms in tree species classification. </a:t>
            </a:r>
            <a:r>
              <a:rPr lang="en-US" sz="1000" i="1" dirty="0">
                <a:latin typeface="Abadi" panose="020B0604020104020204" pitchFamily="34" charset="0"/>
              </a:rPr>
              <a:t>Journal of Applied Ecology</a:t>
            </a:r>
            <a:r>
              <a:rPr lang="en-US" sz="1000" dirty="0">
                <a:latin typeface="Abadi" panose="020B0604020104020204" pitchFamily="34" charset="0"/>
              </a:rPr>
              <a:t>, 57(3), 567-578. https://doi.org/10.1111/1365-2664.13500</a:t>
            </a:r>
          </a:p>
          <a:p>
            <a:pPr marL="171446" indent="-171446" algn="just">
              <a:spcBef>
                <a:spcPts val="751"/>
              </a:spcBef>
              <a:spcAft>
                <a:spcPts val="751"/>
              </a:spcAft>
              <a:buFont typeface="Arial" panose="020B0604020202020204" pitchFamily="34" charset="0"/>
              <a:buChar char="•"/>
            </a:pPr>
            <a:r>
              <a:rPr lang="en-US" sz="1000" dirty="0">
                <a:latin typeface="Abadi" panose="020B0604020104020204" pitchFamily="34" charset="0"/>
              </a:rPr>
              <a:t>Yeboah Boateng, E., </a:t>
            </a:r>
            <a:r>
              <a:rPr lang="en-US" sz="1000" dirty="0" err="1">
                <a:latin typeface="Abadi" panose="020B0604020104020204" pitchFamily="34" charset="0"/>
              </a:rPr>
              <a:t>Otoo</a:t>
            </a:r>
            <a:r>
              <a:rPr lang="en-US" sz="1000" dirty="0">
                <a:latin typeface="Abadi" panose="020B0604020104020204" pitchFamily="34" charset="0"/>
              </a:rPr>
              <a:t>, J., &amp; </a:t>
            </a:r>
            <a:r>
              <a:rPr lang="en-US" sz="1000" dirty="0" err="1">
                <a:latin typeface="Abadi" panose="020B0604020104020204" pitchFamily="34" charset="0"/>
              </a:rPr>
              <a:t>Abaye</a:t>
            </a:r>
            <a:r>
              <a:rPr lang="en-US" sz="1000" dirty="0">
                <a:latin typeface="Abadi" panose="020B0604020104020204" pitchFamily="34" charset="0"/>
              </a:rPr>
              <a:t>, D. A. (2020). Decision trees in HR analytics: A review. </a:t>
            </a:r>
            <a:r>
              <a:rPr lang="en-US" sz="1000" i="1" dirty="0">
                <a:latin typeface="Abadi" panose="020B0604020104020204" pitchFamily="34" charset="0"/>
              </a:rPr>
              <a:t>Human Resource Management Review</a:t>
            </a:r>
            <a:r>
              <a:rPr lang="en-US" sz="1000" dirty="0">
                <a:latin typeface="Abadi" panose="020B0604020104020204" pitchFamily="34" charset="0"/>
              </a:rPr>
              <a:t>, 30(4), 100-115. https://doi.org/10.1016/j.hrmr.2019.100715</a:t>
            </a:r>
          </a:p>
        </p:txBody>
      </p:sp>
      <p:sp>
        <p:nvSpPr>
          <p:cNvPr id="6" name="TextBox 5">
            <a:extLst>
              <a:ext uri="{FF2B5EF4-FFF2-40B4-BE49-F238E27FC236}">
                <a16:creationId xmlns:a16="http://schemas.microsoft.com/office/drawing/2014/main" id="{B023536C-D352-17B1-0EE4-2A128A9FAB44}"/>
              </a:ext>
            </a:extLst>
          </p:cNvPr>
          <p:cNvSpPr txBox="1"/>
          <p:nvPr/>
        </p:nvSpPr>
        <p:spPr>
          <a:xfrm>
            <a:off x="1718737" y="2710531"/>
            <a:ext cx="2459755" cy="369332"/>
          </a:xfrm>
          <a:prstGeom prst="rect">
            <a:avLst/>
          </a:prstGeom>
          <a:noFill/>
        </p:spPr>
        <p:txBody>
          <a:bodyPr wrap="square">
            <a:spAutoFit/>
          </a:bodyPr>
          <a:lstStyle/>
          <a:p>
            <a:pPr algn="just">
              <a:spcAft>
                <a:spcPts val="600"/>
              </a:spcAft>
            </a:pPr>
            <a:r>
              <a:rPr lang="en-US" b="1" dirty="0">
                <a:latin typeface="Abadi" panose="020B0604020104020204" pitchFamily="34" charset="0"/>
              </a:rPr>
              <a:t>Literature Review</a:t>
            </a:r>
          </a:p>
        </p:txBody>
      </p:sp>
    </p:spTree>
    <p:extLst>
      <p:ext uri="{BB962C8B-B14F-4D97-AF65-F5344CB8AC3E}">
        <p14:creationId xmlns:p14="http://schemas.microsoft.com/office/powerpoint/2010/main" val="52610281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theme/theme1.xml><?xml version="1.0" encoding="utf-8"?>
<a:theme xmlns:a="http://schemas.openxmlformats.org/drawingml/2006/main" name="SketchyVTI">
  <a:themeElements>
    <a:clrScheme name="AnalogousFromRegularSeedRightStep">
      <a:dk1>
        <a:srgbClr val="000000"/>
      </a:dk1>
      <a:lt1>
        <a:srgbClr val="FFFFFF"/>
      </a:lt1>
      <a:dk2>
        <a:srgbClr val="21213D"/>
      </a:dk2>
      <a:lt2>
        <a:srgbClr val="E8E5E2"/>
      </a:lt2>
      <a:accent1>
        <a:srgbClr val="4D8BC3"/>
      </a:accent1>
      <a:accent2>
        <a:srgbClr val="3B48B1"/>
      </a:accent2>
      <a:accent3>
        <a:srgbClr val="714DC3"/>
      </a:accent3>
      <a:accent4>
        <a:srgbClr val="913BB1"/>
      </a:accent4>
      <a:accent5>
        <a:srgbClr val="C34DB2"/>
      </a:accent5>
      <a:accent6>
        <a:srgbClr val="B13B6F"/>
      </a:accent6>
      <a:hlink>
        <a:srgbClr val="B2733B"/>
      </a:hlink>
      <a:folHlink>
        <a:srgbClr val="7F7F7F"/>
      </a:folHlink>
    </a:clrScheme>
    <a:fontScheme name="Custom 2">
      <a:majorFont>
        <a:latin typeface="Modern Love"/>
        <a:ea typeface=""/>
        <a:cs typeface=""/>
      </a:majorFont>
      <a:minorFont>
        <a:latin typeface="The Han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yVTI" id="{A6D2C935-A6E4-4DD9-BCC5-5AE2504DB8EA}" vid="{F0754072-50B6-4C01-B911-67246C9F58D2}"/>
    </a:ext>
  </a:extLst>
</a:theme>
</file>

<file path=docProps/app.xml><?xml version="1.0" encoding="utf-8"?>
<Properties xmlns="http://schemas.openxmlformats.org/officeDocument/2006/extended-properties" xmlns:vt="http://schemas.openxmlformats.org/officeDocument/2006/docPropsVTypes">
  <Template>Retrospect</Template>
  <TotalTime>190</TotalTime>
  <Words>864</Words>
  <Application>Microsoft Office PowerPoint</Application>
  <PresentationFormat>Widescreen</PresentationFormat>
  <Paragraphs>67</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Abadi</vt:lpstr>
      <vt:lpstr>ADLaM Display</vt:lpstr>
      <vt:lpstr>Arial</vt:lpstr>
      <vt:lpstr>Consolas</vt:lpstr>
      <vt:lpstr>Modern Love</vt:lpstr>
      <vt:lpstr>The Hand</vt:lpstr>
      <vt:lpstr>SketchyVTI</vt:lpstr>
      <vt:lpstr>Onboarding Experience Optimization &amp; Skill-Based Internal Job Matching  </vt:lpstr>
      <vt:lpstr>PowerPoint Presentation</vt:lpstr>
      <vt:lpstr>Agenda</vt:lpstr>
      <vt:lpstr>PowerPoint Presentation</vt:lpstr>
      <vt:lpstr>Random Forest Classification Report:</vt:lpstr>
      <vt:lpstr>Decision Tree Classification Report:</vt:lpstr>
      <vt:lpstr>SVM Classification Report:</vt:lpstr>
      <vt:lpstr>CatBoost Classification Report: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Yenuga, Harika</dc:creator>
  <cp:lastModifiedBy>Yenuga, Harika</cp:lastModifiedBy>
  <cp:revision>12</cp:revision>
  <dcterms:created xsi:type="dcterms:W3CDTF">2024-11-15T16:25:25Z</dcterms:created>
  <dcterms:modified xsi:type="dcterms:W3CDTF">2024-11-18T04:27:17Z</dcterms:modified>
</cp:coreProperties>
</file>